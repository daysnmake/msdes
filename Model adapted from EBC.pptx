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5"/>
  </p:notesMasterIdLst>
  <p:sldIdLst>
    <p:sldId id="256" r:id="rId5"/>
    <p:sldId id="260" r:id="rId6"/>
    <p:sldId id="257" r:id="rId7"/>
    <p:sldId id="258" r:id="rId8"/>
    <p:sldId id="259" r:id="rId9"/>
    <p:sldId id="261" r:id="rId10"/>
    <p:sldId id="262" r:id="rId11"/>
    <p:sldId id="264" r:id="rId12"/>
    <p:sldId id="441" r:id="rId13"/>
    <p:sldId id="440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56082"/>
    <a:srgbClr val="F2F2F2"/>
    <a:srgbClr val="F7F7F7"/>
    <a:srgbClr val="F3685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F81DB0A-59DE-40B7-A744-9E0F57A6E50D}" v="32" dt="2024-05-31T09:44:27.30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696" autoAdjust="0"/>
    <p:restoredTop sz="78265" autoAdjust="0"/>
  </p:normalViewPr>
  <p:slideViewPr>
    <p:cSldViewPr snapToGrid="0">
      <p:cViewPr varScale="1">
        <p:scale>
          <a:sx n="97" d="100"/>
          <a:sy n="97" d="100"/>
        </p:scale>
        <p:origin x="116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microsoft.com/office/2015/10/relationships/revisionInfo" Target="revisionInfo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yman Sadek" userId="752c5ff3-fa6e-41ca-8b19-8aac695725de" providerId="ADAL" clId="{EF81DB0A-59DE-40B7-A744-9E0F57A6E50D}"/>
    <pc:docChg chg="undo redo custSel addSld delSld modSld sldOrd">
      <pc:chgData name="Ayman Sadek" userId="752c5ff3-fa6e-41ca-8b19-8aac695725de" providerId="ADAL" clId="{EF81DB0A-59DE-40B7-A744-9E0F57A6E50D}" dt="2024-05-31T09:44:47.849" v="2239" actId="1037"/>
      <pc:docMkLst>
        <pc:docMk/>
      </pc:docMkLst>
      <pc:sldChg chg="delSp modSp mod">
        <pc:chgData name="Ayman Sadek" userId="752c5ff3-fa6e-41ca-8b19-8aac695725de" providerId="ADAL" clId="{EF81DB0A-59DE-40B7-A744-9E0F57A6E50D}" dt="2024-05-30T14:14:00.995" v="628" actId="478"/>
        <pc:sldMkLst>
          <pc:docMk/>
          <pc:sldMk cId="1122794970" sldId="256"/>
        </pc:sldMkLst>
        <pc:spChg chg="del">
          <ac:chgData name="Ayman Sadek" userId="752c5ff3-fa6e-41ca-8b19-8aac695725de" providerId="ADAL" clId="{EF81DB0A-59DE-40B7-A744-9E0F57A6E50D}" dt="2024-05-30T14:14:00.995" v="628" actId="478"/>
          <ac:spMkLst>
            <pc:docMk/>
            <pc:sldMk cId="1122794970" sldId="256"/>
            <ac:spMk id="2" creationId="{016325FF-4C41-704A-4A11-38DE3F6AD324}"/>
          </ac:spMkLst>
        </pc:spChg>
        <pc:spChg chg="mod">
          <ac:chgData name="Ayman Sadek" userId="752c5ff3-fa6e-41ca-8b19-8aac695725de" providerId="ADAL" clId="{EF81DB0A-59DE-40B7-A744-9E0F57A6E50D}" dt="2024-05-30T14:13:54.489" v="627" actId="20577"/>
          <ac:spMkLst>
            <pc:docMk/>
            <pc:sldMk cId="1122794970" sldId="256"/>
            <ac:spMk id="3" creationId="{72218E8F-5F0A-5F2B-6905-2E16DA0BB19B}"/>
          </ac:spMkLst>
        </pc:spChg>
      </pc:sldChg>
      <pc:sldChg chg="addSp delSp modSp mod">
        <pc:chgData name="Ayman Sadek" userId="752c5ff3-fa6e-41ca-8b19-8aac695725de" providerId="ADAL" clId="{EF81DB0A-59DE-40B7-A744-9E0F57A6E50D}" dt="2024-05-31T09:31:26.975" v="1682" actId="1036"/>
        <pc:sldMkLst>
          <pc:docMk/>
          <pc:sldMk cId="2184876411" sldId="257"/>
        </pc:sldMkLst>
        <pc:spChg chg="mod">
          <ac:chgData name="Ayman Sadek" userId="752c5ff3-fa6e-41ca-8b19-8aac695725de" providerId="ADAL" clId="{EF81DB0A-59DE-40B7-A744-9E0F57A6E50D}" dt="2024-05-30T14:23:03.903" v="732" actId="20577"/>
          <ac:spMkLst>
            <pc:docMk/>
            <pc:sldMk cId="2184876411" sldId="257"/>
            <ac:spMk id="2" creationId="{428A248B-4748-82FF-6B54-43289CAE9B2E}"/>
          </ac:spMkLst>
        </pc:spChg>
        <pc:spChg chg="add mod">
          <ac:chgData name="Ayman Sadek" userId="752c5ff3-fa6e-41ca-8b19-8aac695725de" providerId="ADAL" clId="{EF81DB0A-59DE-40B7-A744-9E0F57A6E50D}" dt="2024-05-31T09:30:16.718" v="1564" actId="164"/>
          <ac:spMkLst>
            <pc:docMk/>
            <pc:sldMk cId="2184876411" sldId="257"/>
            <ac:spMk id="3" creationId="{5C107000-D1BA-DB36-CCBC-039610398604}"/>
          </ac:spMkLst>
        </pc:spChg>
        <pc:spChg chg="add del mod">
          <ac:chgData name="Ayman Sadek" userId="752c5ff3-fa6e-41ca-8b19-8aac695725de" providerId="ADAL" clId="{EF81DB0A-59DE-40B7-A744-9E0F57A6E50D}" dt="2024-05-31T09:31:15.200" v="1668" actId="478"/>
          <ac:spMkLst>
            <pc:docMk/>
            <pc:sldMk cId="2184876411" sldId="257"/>
            <ac:spMk id="10" creationId="{EECF40DC-A836-0F17-D4BA-D5FC5F101347}"/>
          </ac:spMkLst>
        </pc:spChg>
        <pc:grpChg chg="add del mod">
          <ac:chgData name="Ayman Sadek" userId="752c5ff3-fa6e-41ca-8b19-8aac695725de" providerId="ADAL" clId="{EF81DB0A-59DE-40B7-A744-9E0F57A6E50D}" dt="2024-05-31T09:30:26.382" v="1565" actId="21"/>
          <ac:grpSpMkLst>
            <pc:docMk/>
            <pc:sldMk cId="2184876411" sldId="257"/>
            <ac:grpSpMk id="4" creationId="{A248EFC1-3937-9A1A-E399-0C173BAA72E8}"/>
          </ac:grpSpMkLst>
        </pc:grpChg>
        <pc:picChg chg="del">
          <ac:chgData name="Ayman Sadek" userId="752c5ff3-fa6e-41ca-8b19-8aac695725de" providerId="ADAL" clId="{EF81DB0A-59DE-40B7-A744-9E0F57A6E50D}" dt="2024-05-31T09:31:10.919" v="1667" actId="21"/>
          <ac:picMkLst>
            <pc:docMk/>
            <pc:sldMk cId="2184876411" sldId="257"/>
            <ac:picMk id="5" creationId="{6BA85168-F2E5-F945-FE2E-D3209A2DFDA1}"/>
          </ac:picMkLst>
        </pc:picChg>
        <pc:picChg chg="del mod">
          <ac:chgData name="Ayman Sadek" userId="752c5ff3-fa6e-41ca-8b19-8aac695725de" providerId="ADAL" clId="{EF81DB0A-59DE-40B7-A744-9E0F57A6E50D}" dt="2024-05-31T09:31:10.919" v="1667" actId="21"/>
          <ac:picMkLst>
            <pc:docMk/>
            <pc:sldMk cId="2184876411" sldId="257"/>
            <ac:picMk id="7" creationId="{AD2FBB23-B15F-2B1E-AAC6-B41BB9CF3F2B}"/>
          </ac:picMkLst>
        </pc:picChg>
        <pc:picChg chg="mod">
          <ac:chgData name="Ayman Sadek" userId="752c5ff3-fa6e-41ca-8b19-8aac695725de" providerId="ADAL" clId="{EF81DB0A-59DE-40B7-A744-9E0F57A6E50D}" dt="2024-05-31T09:31:26.975" v="1682" actId="1036"/>
          <ac:picMkLst>
            <pc:docMk/>
            <pc:sldMk cId="2184876411" sldId="257"/>
            <ac:picMk id="11" creationId="{E9933FF5-CCB8-6C62-CFC5-2F45B36FAAD5}"/>
          </ac:picMkLst>
        </pc:picChg>
        <pc:cxnChg chg="add mod">
          <ac:chgData name="Ayman Sadek" userId="752c5ff3-fa6e-41ca-8b19-8aac695725de" providerId="ADAL" clId="{EF81DB0A-59DE-40B7-A744-9E0F57A6E50D}" dt="2024-05-31T09:30:16.718" v="1564" actId="164"/>
          <ac:cxnSpMkLst>
            <pc:docMk/>
            <pc:sldMk cId="2184876411" sldId="257"/>
            <ac:cxnSpMk id="6" creationId="{120C3E31-F0BA-8E52-C23A-40E0AAD30CBB}"/>
          </ac:cxnSpMkLst>
        </pc:cxnChg>
        <pc:cxnChg chg="add mod">
          <ac:chgData name="Ayman Sadek" userId="752c5ff3-fa6e-41ca-8b19-8aac695725de" providerId="ADAL" clId="{EF81DB0A-59DE-40B7-A744-9E0F57A6E50D}" dt="2024-05-31T09:30:16.718" v="1564" actId="164"/>
          <ac:cxnSpMkLst>
            <pc:docMk/>
            <pc:sldMk cId="2184876411" sldId="257"/>
            <ac:cxnSpMk id="8" creationId="{10C59754-C77E-5258-0724-7D9D05734A44}"/>
          </ac:cxnSpMkLst>
        </pc:cxnChg>
      </pc:sldChg>
      <pc:sldChg chg="addSp delSp modSp mod">
        <pc:chgData name="Ayman Sadek" userId="752c5ff3-fa6e-41ca-8b19-8aac695725de" providerId="ADAL" clId="{EF81DB0A-59DE-40B7-A744-9E0F57A6E50D}" dt="2024-05-31T09:32:04.297" v="1694" actId="1036"/>
        <pc:sldMkLst>
          <pc:docMk/>
          <pc:sldMk cId="414427185" sldId="258"/>
        </pc:sldMkLst>
        <pc:spChg chg="mod">
          <ac:chgData name="Ayman Sadek" userId="752c5ff3-fa6e-41ca-8b19-8aac695725de" providerId="ADAL" clId="{EF81DB0A-59DE-40B7-A744-9E0F57A6E50D}" dt="2024-05-31T09:32:04.297" v="1694" actId="1036"/>
          <ac:spMkLst>
            <pc:docMk/>
            <pc:sldMk cId="414427185" sldId="258"/>
            <ac:spMk id="2" creationId="{243F252E-6C81-A9C4-F40C-A2D8685E1BAA}"/>
          </ac:spMkLst>
        </pc:spChg>
        <pc:spChg chg="mod">
          <ac:chgData name="Ayman Sadek" userId="752c5ff3-fa6e-41ca-8b19-8aac695725de" providerId="ADAL" clId="{EF81DB0A-59DE-40B7-A744-9E0F57A6E50D}" dt="2024-05-31T09:31:58.578" v="1684" actId="164"/>
          <ac:spMkLst>
            <pc:docMk/>
            <pc:sldMk cId="414427185" sldId="258"/>
            <ac:spMk id="3" creationId="{3A91F938-4392-2710-A497-95460FF664C9}"/>
          </ac:spMkLst>
        </pc:spChg>
        <pc:spChg chg="mod">
          <ac:chgData name="Ayman Sadek" userId="752c5ff3-fa6e-41ca-8b19-8aac695725de" providerId="ADAL" clId="{EF81DB0A-59DE-40B7-A744-9E0F57A6E50D}" dt="2024-05-31T09:31:48.031" v="1683" actId="164"/>
          <ac:spMkLst>
            <pc:docMk/>
            <pc:sldMk cId="414427185" sldId="258"/>
            <ac:spMk id="4" creationId="{1B8CB253-27C9-6B0D-2311-EE8745B43695}"/>
          </ac:spMkLst>
        </pc:spChg>
        <pc:spChg chg="mod">
          <ac:chgData name="Ayman Sadek" userId="752c5ff3-fa6e-41ca-8b19-8aac695725de" providerId="ADAL" clId="{EF81DB0A-59DE-40B7-A744-9E0F57A6E50D}" dt="2024-05-31T09:31:48.031" v="1683" actId="164"/>
          <ac:spMkLst>
            <pc:docMk/>
            <pc:sldMk cId="414427185" sldId="258"/>
            <ac:spMk id="5" creationId="{030DAAD8-0BAA-297E-CEFB-228E13616D17}"/>
          </ac:spMkLst>
        </pc:spChg>
        <pc:spChg chg="mod">
          <ac:chgData name="Ayman Sadek" userId="752c5ff3-fa6e-41ca-8b19-8aac695725de" providerId="ADAL" clId="{EF81DB0A-59DE-40B7-A744-9E0F57A6E50D}" dt="2024-05-31T09:31:48.031" v="1683" actId="164"/>
          <ac:spMkLst>
            <pc:docMk/>
            <pc:sldMk cId="414427185" sldId="258"/>
            <ac:spMk id="6" creationId="{4D2FDFB6-5684-EC24-45BD-2DB457D15F25}"/>
          </ac:spMkLst>
        </pc:spChg>
        <pc:spChg chg="mod">
          <ac:chgData name="Ayman Sadek" userId="752c5ff3-fa6e-41ca-8b19-8aac695725de" providerId="ADAL" clId="{EF81DB0A-59DE-40B7-A744-9E0F57A6E50D}" dt="2024-05-31T09:31:48.031" v="1683" actId="164"/>
          <ac:spMkLst>
            <pc:docMk/>
            <pc:sldMk cId="414427185" sldId="258"/>
            <ac:spMk id="7" creationId="{26CEB137-CB4C-09FA-1F96-88CF3C580E57}"/>
          </ac:spMkLst>
        </pc:spChg>
        <pc:spChg chg="mod">
          <ac:chgData name="Ayman Sadek" userId="752c5ff3-fa6e-41ca-8b19-8aac695725de" providerId="ADAL" clId="{EF81DB0A-59DE-40B7-A744-9E0F57A6E50D}" dt="2024-05-31T09:31:48.031" v="1683" actId="164"/>
          <ac:spMkLst>
            <pc:docMk/>
            <pc:sldMk cId="414427185" sldId="258"/>
            <ac:spMk id="8" creationId="{0E21018D-D7D1-18FF-4FB9-4FF2DCB1F74C}"/>
          </ac:spMkLst>
        </pc:spChg>
        <pc:spChg chg="mod">
          <ac:chgData name="Ayman Sadek" userId="752c5ff3-fa6e-41ca-8b19-8aac695725de" providerId="ADAL" clId="{EF81DB0A-59DE-40B7-A744-9E0F57A6E50D}" dt="2024-05-31T09:31:48.031" v="1683" actId="164"/>
          <ac:spMkLst>
            <pc:docMk/>
            <pc:sldMk cId="414427185" sldId="258"/>
            <ac:spMk id="9" creationId="{8DFF68EB-237E-0E19-034A-40DF31856E4C}"/>
          </ac:spMkLst>
        </pc:spChg>
        <pc:spChg chg="mod">
          <ac:chgData name="Ayman Sadek" userId="752c5ff3-fa6e-41ca-8b19-8aac695725de" providerId="ADAL" clId="{EF81DB0A-59DE-40B7-A744-9E0F57A6E50D}" dt="2024-05-31T09:31:48.031" v="1683" actId="164"/>
          <ac:spMkLst>
            <pc:docMk/>
            <pc:sldMk cId="414427185" sldId="258"/>
            <ac:spMk id="10" creationId="{28CE4711-A064-CC40-58BC-730006DB81A7}"/>
          </ac:spMkLst>
        </pc:spChg>
        <pc:spChg chg="mod">
          <ac:chgData name="Ayman Sadek" userId="752c5ff3-fa6e-41ca-8b19-8aac695725de" providerId="ADAL" clId="{EF81DB0A-59DE-40B7-A744-9E0F57A6E50D}" dt="2024-05-31T09:31:48.031" v="1683" actId="164"/>
          <ac:spMkLst>
            <pc:docMk/>
            <pc:sldMk cId="414427185" sldId="258"/>
            <ac:spMk id="11" creationId="{24D4E0A7-4D41-8A57-7C73-402B6A17FD54}"/>
          </ac:spMkLst>
        </pc:spChg>
        <pc:spChg chg="mod">
          <ac:chgData name="Ayman Sadek" userId="752c5ff3-fa6e-41ca-8b19-8aac695725de" providerId="ADAL" clId="{EF81DB0A-59DE-40B7-A744-9E0F57A6E50D}" dt="2024-05-31T09:31:48.031" v="1683" actId="164"/>
          <ac:spMkLst>
            <pc:docMk/>
            <pc:sldMk cId="414427185" sldId="258"/>
            <ac:spMk id="12" creationId="{9D970576-D2D0-05DD-FF54-927FFAECA102}"/>
          </ac:spMkLst>
        </pc:spChg>
        <pc:spChg chg="mod">
          <ac:chgData name="Ayman Sadek" userId="752c5ff3-fa6e-41ca-8b19-8aac695725de" providerId="ADAL" clId="{EF81DB0A-59DE-40B7-A744-9E0F57A6E50D}" dt="2024-05-31T09:31:48.031" v="1683" actId="164"/>
          <ac:spMkLst>
            <pc:docMk/>
            <pc:sldMk cId="414427185" sldId="258"/>
            <ac:spMk id="13" creationId="{4B29CA62-7FBC-3D41-46F0-1519768D3156}"/>
          </ac:spMkLst>
        </pc:spChg>
        <pc:spChg chg="mod">
          <ac:chgData name="Ayman Sadek" userId="752c5ff3-fa6e-41ca-8b19-8aac695725de" providerId="ADAL" clId="{EF81DB0A-59DE-40B7-A744-9E0F57A6E50D}" dt="2024-05-31T09:31:48.031" v="1683" actId="164"/>
          <ac:spMkLst>
            <pc:docMk/>
            <pc:sldMk cId="414427185" sldId="258"/>
            <ac:spMk id="14" creationId="{76B194B6-A605-3484-92BC-80FAFA87587C}"/>
          </ac:spMkLst>
        </pc:spChg>
        <pc:spChg chg="mod">
          <ac:chgData name="Ayman Sadek" userId="752c5ff3-fa6e-41ca-8b19-8aac695725de" providerId="ADAL" clId="{EF81DB0A-59DE-40B7-A744-9E0F57A6E50D}" dt="2024-05-31T09:31:48.031" v="1683" actId="164"/>
          <ac:spMkLst>
            <pc:docMk/>
            <pc:sldMk cId="414427185" sldId="258"/>
            <ac:spMk id="15" creationId="{4BC2B9A3-C350-ACFD-2B7B-DC99D43A8E42}"/>
          </ac:spMkLst>
        </pc:spChg>
        <pc:spChg chg="mod">
          <ac:chgData name="Ayman Sadek" userId="752c5ff3-fa6e-41ca-8b19-8aac695725de" providerId="ADAL" clId="{EF81DB0A-59DE-40B7-A744-9E0F57A6E50D}" dt="2024-05-31T09:31:58.578" v="1684" actId="164"/>
          <ac:spMkLst>
            <pc:docMk/>
            <pc:sldMk cId="414427185" sldId="258"/>
            <ac:spMk id="16" creationId="{68AF0F43-88A5-2067-1C4B-4E3C7E332896}"/>
          </ac:spMkLst>
        </pc:spChg>
        <pc:spChg chg="mod">
          <ac:chgData name="Ayman Sadek" userId="752c5ff3-fa6e-41ca-8b19-8aac695725de" providerId="ADAL" clId="{EF81DB0A-59DE-40B7-A744-9E0F57A6E50D}" dt="2024-05-31T09:31:58.578" v="1684" actId="164"/>
          <ac:spMkLst>
            <pc:docMk/>
            <pc:sldMk cId="414427185" sldId="258"/>
            <ac:spMk id="17" creationId="{42C7B445-8404-5EC9-8D3D-9C75CB749779}"/>
          </ac:spMkLst>
        </pc:spChg>
        <pc:spChg chg="add mod">
          <ac:chgData name="Ayman Sadek" userId="752c5ff3-fa6e-41ca-8b19-8aac695725de" providerId="ADAL" clId="{EF81DB0A-59DE-40B7-A744-9E0F57A6E50D}" dt="2024-05-31T09:31:58.578" v="1684" actId="164"/>
          <ac:spMkLst>
            <pc:docMk/>
            <pc:sldMk cId="414427185" sldId="258"/>
            <ac:spMk id="18" creationId="{27DBE895-5215-30F5-9FCE-9DD3986BA982}"/>
          </ac:spMkLst>
        </pc:spChg>
        <pc:spChg chg="add mod">
          <ac:chgData name="Ayman Sadek" userId="752c5ff3-fa6e-41ca-8b19-8aac695725de" providerId="ADAL" clId="{EF81DB0A-59DE-40B7-A744-9E0F57A6E50D}" dt="2024-05-31T09:31:58.578" v="1684" actId="164"/>
          <ac:spMkLst>
            <pc:docMk/>
            <pc:sldMk cId="414427185" sldId="258"/>
            <ac:spMk id="19" creationId="{1595FDA0-2FB6-1B30-C491-BB47E9200F64}"/>
          </ac:spMkLst>
        </pc:spChg>
        <pc:spChg chg="mod">
          <ac:chgData name="Ayman Sadek" userId="752c5ff3-fa6e-41ca-8b19-8aac695725de" providerId="ADAL" clId="{EF81DB0A-59DE-40B7-A744-9E0F57A6E50D}" dt="2024-05-31T09:31:48.031" v="1683" actId="164"/>
          <ac:spMkLst>
            <pc:docMk/>
            <pc:sldMk cId="414427185" sldId="258"/>
            <ac:spMk id="29" creationId="{A8EB9E32-4A1A-8E4B-229D-130557DFF501}"/>
          </ac:spMkLst>
        </pc:spChg>
        <pc:spChg chg="mod">
          <ac:chgData name="Ayman Sadek" userId="752c5ff3-fa6e-41ca-8b19-8aac695725de" providerId="ADAL" clId="{EF81DB0A-59DE-40B7-A744-9E0F57A6E50D}" dt="2024-05-31T09:31:48.031" v="1683" actId="164"/>
          <ac:spMkLst>
            <pc:docMk/>
            <pc:sldMk cId="414427185" sldId="258"/>
            <ac:spMk id="30" creationId="{1FF57FA2-6CED-C01F-D18B-BE146A9DAEF1}"/>
          </ac:spMkLst>
        </pc:spChg>
        <pc:spChg chg="mod">
          <ac:chgData name="Ayman Sadek" userId="752c5ff3-fa6e-41ca-8b19-8aac695725de" providerId="ADAL" clId="{EF81DB0A-59DE-40B7-A744-9E0F57A6E50D}" dt="2024-05-31T09:31:48.031" v="1683" actId="164"/>
          <ac:spMkLst>
            <pc:docMk/>
            <pc:sldMk cId="414427185" sldId="258"/>
            <ac:spMk id="55" creationId="{0A1F29D4-3FBC-147C-9DF2-AD5A32526F81}"/>
          </ac:spMkLst>
        </pc:spChg>
        <pc:spChg chg="mod">
          <ac:chgData name="Ayman Sadek" userId="752c5ff3-fa6e-41ca-8b19-8aac695725de" providerId="ADAL" clId="{EF81DB0A-59DE-40B7-A744-9E0F57A6E50D}" dt="2024-05-31T09:31:48.031" v="1683" actId="164"/>
          <ac:spMkLst>
            <pc:docMk/>
            <pc:sldMk cId="414427185" sldId="258"/>
            <ac:spMk id="64" creationId="{71782960-DA3F-C69F-2FA4-068E8826C0E2}"/>
          </ac:spMkLst>
        </pc:spChg>
        <pc:spChg chg="mod">
          <ac:chgData name="Ayman Sadek" userId="752c5ff3-fa6e-41ca-8b19-8aac695725de" providerId="ADAL" clId="{EF81DB0A-59DE-40B7-A744-9E0F57A6E50D}" dt="2024-05-31T09:31:48.031" v="1683" actId="164"/>
          <ac:spMkLst>
            <pc:docMk/>
            <pc:sldMk cId="414427185" sldId="258"/>
            <ac:spMk id="67" creationId="{BA5AA33B-6DE7-7DEB-20EC-E088A216FD45}"/>
          </ac:spMkLst>
        </pc:spChg>
        <pc:spChg chg="mod">
          <ac:chgData name="Ayman Sadek" userId="752c5ff3-fa6e-41ca-8b19-8aac695725de" providerId="ADAL" clId="{EF81DB0A-59DE-40B7-A744-9E0F57A6E50D}" dt="2024-05-31T09:31:48.031" v="1683" actId="164"/>
          <ac:spMkLst>
            <pc:docMk/>
            <pc:sldMk cId="414427185" sldId="258"/>
            <ac:spMk id="70" creationId="{83050D86-716D-D5A4-16A0-BFC5044213BC}"/>
          </ac:spMkLst>
        </pc:spChg>
        <pc:spChg chg="mod">
          <ac:chgData name="Ayman Sadek" userId="752c5ff3-fa6e-41ca-8b19-8aac695725de" providerId="ADAL" clId="{EF81DB0A-59DE-40B7-A744-9E0F57A6E50D}" dt="2024-05-31T09:31:48.031" v="1683" actId="164"/>
          <ac:spMkLst>
            <pc:docMk/>
            <pc:sldMk cId="414427185" sldId="258"/>
            <ac:spMk id="72" creationId="{9772642E-FABC-7D6B-ED16-5A4F1724BFA0}"/>
          </ac:spMkLst>
        </pc:spChg>
        <pc:spChg chg="mod">
          <ac:chgData name="Ayman Sadek" userId="752c5ff3-fa6e-41ca-8b19-8aac695725de" providerId="ADAL" clId="{EF81DB0A-59DE-40B7-A744-9E0F57A6E50D}" dt="2024-05-31T09:31:48.031" v="1683" actId="164"/>
          <ac:spMkLst>
            <pc:docMk/>
            <pc:sldMk cId="414427185" sldId="258"/>
            <ac:spMk id="89" creationId="{CC102977-663A-43F5-3720-991AD373EA4D}"/>
          </ac:spMkLst>
        </pc:spChg>
        <pc:spChg chg="mod">
          <ac:chgData name="Ayman Sadek" userId="752c5ff3-fa6e-41ca-8b19-8aac695725de" providerId="ADAL" clId="{EF81DB0A-59DE-40B7-A744-9E0F57A6E50D}" dt="2024-05-31T09:31:48.031" v="1683" actId="164"/>
          <ac:spMkLst>
            <pc:docMk/>
            <pc:sldMk cId="414427185" sldId="258"/>
            <ac:spMk id="93" creationId="{09061259-4892-58FD-7C44-BB0162683096}"/>
          </ac:spMkLst>
        </pc:spChg>
        <pc:spChg chg="mod">
          <ac:chgData name="Ayman Sadek" userId="752c5ff3-fa6e-41ca-8b19-8aac695725de" providerId="ADAL" clId="{EF81DB0A-59DE-40B7-A744-9E0F57A6E50D}" dt="2024-05-31T09:31:48.031" v="1683" actId="164"/>
          <ac:spMkLst>
            <pc:docMk/>
            <pc:sldMk cId="414427185" sldId="258"/>
            <ac:spMk id="94" creationId="{BA219372-F1A6-5F10-9CCD-16FFBC4922F3}"/>
          </ac:spMkLst>
        </pc:spChg>
        <pc:spChg chg="mod">
          <ac:chgData name="Ayman Sadek" userId="752c5ff3-fa6e-41ca-8b19-8aac695725de" providerId="ADAL" clId="{EF81DB0A-59DE-40B7-A744-9E0F57A6E50D}" dt="2024-05-31T09:31:48.031" v="1683" actId="164"/>
          <ac:spMkLst>
            <pc:docMk/>
            <pc:sldMk cId="414427185" sldId="258"/>
            <ac:spMk id="95" creationId="{07482326-060A-50BB-8FA6-B53F58C3A61A}"/>
          </ac:spMkLst>
        </pc:spChg>
        <pc:spChg chg="mod">
          <ac:chgData name="Ayman Sadek" userId="752c5ff3-fa6e-41ca-8b19-8aac695725de" providerId="ADAL" clId="{EF81DB0A-59DE-40B7-A744-9E0F57A6E50D}" dt="2024-05-31T09:31:48.031" v="1683" actId="164"/>
          <ac:spMkLst>
            <pc:docMk/>
            <pc:sldMk cId="414427185" sldId="258"/>
            <ac:spMk id="96" creationId="{B014BD31-EB64-B5D8-A4FE-BDC6F123A120}"/>
          </ac:spMkLst>
        </pc:spChg>
        <pc:spChg chg="mod">
          <ac:chgData name="Ayman Sadek" userId="752c5ff3-fa6e-41ca-8b19-8aac695725de" providerId="ADAL" clId="{EF81DB0A-59DE-40B7-A744-9E0F57A6E50D}" dt="2024-05-31T09:31:48.031" v="1683" actId="164"/>
          <ac:spMkLst>
            <pc:docMk/>
            <pc:sldMk cId="414427185" sldId="258"/>
            <ac:spMk id="97" creationId="{91D2F49B-AD12-7857-DFA4-5FC732CBBCCD}"/>
          </ac:spMkLst>
        </pc:spChg>
        <pc:spChg chg="mod">
          <ac:chgData name="Ayman Sadek" userId="752c5ff3-fa6e-41ca-8b19-8aac695725de" providerId="ADAL" clId="{EF81DB0A-59DE-40B7-A744-9E0F57A6E50D}" dt="2024-05-31T09:31:48.031" v="1683" actId="164"/>
          <ac:spMkLst>
            <pc:docMk/>
            <pc:sldMk cId="414427185" sldId="258"/>
            <ac:spMk id="98" creationId="{D2112913-E525-BC02-4F49-668BEDF23418}"/>
          </ac:spMkLst>
        </pc:spChg>
        <pc:spChg chg="mod">
          <ac:chgData name="Ayman Sadek" userId="752c5ff3-fa6e-41ca-8b19-8aac695725de" providerId="ADAL" clId="{EF81DB0A-59DE-40B7-A744-9E0F57A6E50D}" dt="2024-05-31T09:31:48.031" v="1683" actId="164"/>
          <ac:spMkLst>
            <pc:docMk/>
            <pc:sldMk cId="414427185" sldId="258"/>
            <ac:spMk id="99" creationId="{18A88760-BD47-735B-BBA1-FA4F4FAF6B36}"/>
          </ac:spMkLst>
        </pc:spChg>
        <pc:spChg chg="mod">
          <ac:chgData name="Ayman Sadek" userId="752c5ff3-fa6e-41ca-8b19-8aac695725de" providerId="ADAL" clId="{EF81DB0A-59DE-40B7-A744-9E0F57A6E50D}" dt="2024-05-31T09:31:48.031" v="1683" actId="164"/>
          <ac:spMkLst>
            <pc:docMk/>
            <pc:sldMk cId="414427185" sldId="258"/>
            <ac:spMk id="109" creationId="{D6F32C09-39C1-4A5E-BED4-A6E33D192DD6}"/>
          </ac:spMkLst>
        </pc:spChg>
        <pc:grpChg chg="add mod">
          <ac:chgData name="Ayman Sadek" userId="752c5ff3-fa6e-41ca-8b19-8aac695725de" providerId="ADAL" clId="{EF81DB0A-59DE-40B7-A744-9E0F57A6E50D}" dt="2024-05-31T09:31:48.031" v="1683" actId="164"/>
          <ac:grpSpMkLst>
            <pc:docMk/>
            <pc:sldMk cId="414427185" sldId="258"/>
            <ac:grpSpMk id="23" creationId="{D2F51438-4A89-D4BF-03D4-06B737DF4DC5}"/>
          </ac:grpSpMkLst>
        </pc:grpChg>
        <pc:grpChg chg="add mod">
          <ac:chgData name="Ayman Sadek" userId="752c5ff3-fa6e-41ca-8b19-8aac695725de" providerId="ADAL" clId="{EF81DB0A-59DE-40B7-A744-9E0F57A6E50D}" dt="2024-05-31T09:31:58.578" v="1684" actId="164"/>
          <ac:grpSpMkLst>
            <pc:docMk/>
            <pc:sldMk cId="414427185" sldId="258"/>
            <ac:grpSpMk id="24" creationId="{C3EDBEFB-1B67-800B-1078-0DF4D27236B3}"/>
          </ac:grpSpMkLst>
        </pc:grpChg>
        <pc:cxnChg chg="mod">
          <ac:chgData name="Ayman Sadek" userId="752c5ff3-fa6e-41ca-8b19-8aac695725de" providerId="ADAL" clId="{EF81DB0A-59DE-40B7-A744-9E0F57A6E50D}" dt="2024-05-31T09:31:48.031" v="1683" actId="164"/>
          <ac:cxnSpMkLst>
            <pc:docMk/>
            <pc:sldMk cId="414427185" sldId="258"/>
            <ac:cxnSpMk id="21" creationId="{4F5A213F-25C9-2E67-AF94-7F77BA0FE5B7}"/>
          </ac:cxnSpMkLst>
        </pc:cxnChg>
        <pc:cxnChg chg="mod">
          <ac:chgData name="Ayman Sadek" userId="752c5ff3-fa6e-41ca-8b19-8aac695725de" providerId="ADAL" clId="{EF81DB0A-59DE-40B7-A744-9E0F57A6E50D}" dt="2024-05-31T09:31:48.031" v="1683" actId="164"/>
          <ac:cxnSpMkLst>
            <pc:docMk/>
            <pc:sldMk cId="414427185" sldId="258"/>
            <ac:cxnSpMk id="28" creationId="{0416FFA4-249C-251F-3F21-A55E84A49C5D}"/>
          </ac:cxnSpMkLst>
        </pc:cxnChg>
        <pc:cxnChg chg="mod">
          <ac:chgData name="Ayman Sadek" userId="752c5ff3-fa6e-41ca-8b19-8aac695725de" providerId="ADAL" clId="{EF81DB0A-59DE-40B7-A744-9E0F57A6E50D}" dt="2024-05-31T09:31:48.031" v="1683" actId="164"/>
          <ac:cxnSpMkLst>
            <pc:docMk/>
            <pc:sldMk cId="414427185" sldId="258"/>
            <ac:cxnSpMk id="34" creationId="{567C04D9-7660-9D00-09F8-6884B6BAAE7C}"/>
          </ac:cxnSpMkLst>
        </pc:cxnChg>
        <pc:cxnChg chg="mod">
          <ac:chgData name="Ayman Sadek" userId="752c5ff3-fa6e-41ca-8b19-8aac695725de" providerId="ADAL" clId="{EF81DB0A-59DE-40B7-A744-9E0F57A6E50D}" dt="2024-05-31T09:31:48.031" v="1683" actId="164"/>
          <ac:cxnSpMkLst>
            <pc:docMk/>
            <pc:sldMk cId="414427185" sldId="258"/>
            <ac:cxnSpMk id="43" creationId="{1D2FA19F-A36F-B3D9-A6DC-D1E6DD400A14}"/>
          </ac:cxnSpMkLst>
        </pc:cxnChg>
        <pc:cxnChg chg="mod">
          <ac:chgData name="Ayman Sadek" userId="752c5ff3-fa6e-41ca-8b19-8aac695725de" providerId="ADAL" clId="{EF81DB0A-59DE-40B7-A744-9E0F57A6E50D}" dt="2024-05-31T09:31:48.031" v="1683" actId="164"/>
          <ac:cxnSpMkLst>
            <pc:docMk/>
            <pc:sldMk cId="414427185" sldId="258"/>
            <ac:cxnSpMk id="46" creationId="{F63EB951-03DB-B999-A954-DB461B761B49}"/>
          </ac:cxnSpMkLst>
        </pc:cxnChg>
        <pc:cxnChg chg="mod">
          <ac:chgData name="Ayman Sadek" userId="752c5ff3-fa6e-41ca-8b19-8aac695725de" providerId="ADAL" clId="{EF81DB0A-59DE-40B7-A744-9E0F57A6E50D}" dt="2024-05-31T09:31:48.031" v="1683" actId="164"/>
          <ac:cxnSpMkLst>
            <pc:docMk/>
            <pc:sldMk cId="414427185" sldId="258"/>
            <ac:cxnSpMk id="49" creationId="{4F3EA327-B434-BA4F-24B2-CD7B6092804F}"/>
          </ac:cxnSpMkLst>
        </pc:cxnChg>
        <pc:cxnChg chg="mod">
          <ac:chgData name="Ayman Sadek" userId="752c5ff3-fa6e-41ca-8b19-8aac695725de" providerId="ADAL" clId="{EF81DB0A-59DE-40B7-A744-9E0F57A6E50D}" dt="2024-05-31T09:31:48.031" v="1683" actId="164"/>
          <ac:cxnSpMkLst>
            <pc:docMk/>
            <pc:sldMk cId="414427185" sldId="258"/>
            <ac:cxnSpMk id="52" creationId="{16AE9D6C-7939-886F-6C47-A78A6842F917}"/>
          </ac:cxnSpMkLst>
        </pc:cxnChg>
        <pc:cxnChg chg="mod">
          <ac:chgData name="Ayman Sadek" userId="752c5ff3-fa6e-41ca-8b19-8aac695725de" providerId="ADAL" clId="{EF81DB0A-59DE-40B7-A744-9E0F57A6E50D}" dt="2024-05-31T09:31:48.031" v="1683" actId="164"/>
          <ac:cxnSpMkLst>
            <pc:docMk/>
            <pc:sldMk cId="414427185" sldId="258"/>
            <ac:cxnSpMk id="66" creationId="{DD7F4828-0BF0-D200-CC21-BE3CBDAF6518}"/>
          </ac:cxnSpMkLst>
        </pc:cxnChg>
        <pc:cxnChg chg="del">
          <ac:chgData name="Ayman Sadek" userId="752c5ff3-fa6e-41ca-8b19-8aac695725de" providerId="ADAL" clId="{EF81DB0A-59DE-40B7-A744-9E0F57A6E50D}" dt="2024-05-31T08:56:03.499" v="1327" actId="478"/>
          <ac:cxnSpMkLst>
            <pc:docMk/>
            <pc:sldMk cId="414427185" sldId="258"/>
            <ac:cxnSpMk id="74" creationId="{3FE6BDCB-CEBC-3541-A0B8-AF961F9A9716}"/>
          </ac:cxnSpMkLst>
        </pc:cxnChg>
        <pc:cxnChg chg="mod">
          <ac:chgData name="Ayman Sadek" userId="752c5ff3-fa6e-41ca-8b19-8aac695725de" providerId="ADAL" clId="{EF81DB0A-59DE-40B7-A744-9E0F57A6E50D}" dt="2024-05-31T09:31:48.031" v="1683" actId="164"/>
          <ac:cxnSpMkLst>
            <pc:docMk/>
            <pc:sldMk cId="414427185" sldId="258"/>
            <ac:cxnSpMk id="100" creationId="{1BF6BDBC-32E7-B19E-C08C-FE7B58F3E651}"/>
          </ac:cxnSpMkLst>
        </pc:cxnChg>
      </pc:sldChg>
      <pc:sldChg chg="addSp delSp modSp mod">
        <pc:chgData name="Ayman Sadek" userId="752c5ff3-fa6e-41ca-8b19-8aac695725de" providerId="ADAL" clId="{EF81DB0A-59DE-40B7-A744-9E0F57A6E50D}" dt="2024-05-31T09:32:39.905" v="1696" actId="164"/>
        <pc:sldMkLst>
          <pc:docMk/>
          <pc:sldMk cId="3063896428" sldId="259"/>
        </pc:sldMkLst>
        <pc:spChg chg="mod">
          <ac:chgData name="Ayman Sadek" userId="752c5ff3-fa6e-41ca-8b19-8aac695725de" providerId="ADAL" clId="{EF81DB0A-59DE-40B7-A744-9E0F57A6E50D}" dt="2024-05-31T09:32:39.905" v="1696" actId="164"/>
          <ac:spMkLst>
            <pc:docMk/>
            <pc:sldMk cId="3063896428" sldId="259"/>
            <ac:spMk id="4" creationId="{BFFCC51E-1AD5-4313-BE3F-541D24AFDE76}"/>
          </ac:spMkLst>
        </pc:spChg>
        <pc:spChg chg="mod">
          <ac:chgData name="Ayman Sadek" userId="752c5ff3-fa6e-41ca-8b19-8aac695725de" providerId="ADAL" clId="{EF81DB0A-59DE-40B7-A744-9E0F57A6E50D}" dt="2024-05-31T09:32:39.905" v="1696" actId="164"/>
          <ac:spMkLst>
            <pc:docMk/>
            <pc:sldMk cId="3063896428" sldId="259"/>
            <ac:spMk id="6" creationId="{0A002C74-C613-988E-376D-19585D129EF1}"/>
          </ac:spMkLst>
        </pc:spChg>
        <pc:spChg chg="mod">
          <ac:chgData name="Ayman Sadek" userId="752c5ff3-fa6e-41ca-8b19-8aac695725de" providerId="ADAL" clId="{EF81DB0A-59DE-40B7-A744-9E0F57A6E50D}" dt="2024-05-31T09:32:39.905" v="1696" actId="164"/>
          <ac:spMkLst>
            <pc:docMk/>
            <pc:sldMk cId="3063896428" sldId="259"/>
            <ac:spMk id="8" creationId="{A9539292-341B-AAAA-BA17-8A8767EBDA0E}"/>
          </ac:spMkLst>
        </pc:spChg>
        <pc:spChg chg="mod">
          <ac:chgData name="Ayman Sadek" userId="752c5ff3-fa6e-41ca-8b19-8aac695725de" providerId="ADAL" clId="{EF81DB0A-59DE-40B7-A744-9E0F57A6E50D}" dt="2024-05-31T09:32:39.905" v="1696" actId="164"/>
          <ac:spMkLst>
            <pc:docMk/>
            <pc:sldMk cId="3063896428" sldId="259"/>
            <ac:spMk id="9" creationId="{1C0680EE-8A6D-A5FF-5A5E-57C85AE8A19E}"/>
          </ac:spMkLst>
        </pc:spChg>
        <pc:spChg chg="mod">
          <ac:chgData name="Ayman Sadek" userId="752c5ff3-fa6e-41ca-8b19-8aac695725de" providerId="ADAL" clId="{EF81DB0A-59DE-40B7-A744-9E0F57A6E50D}" dt="2024-05-31T09:32:39.905" v="1696" actId="164"/>
          <ac:spMkLst>
            <pc:docMk/>
            <pc:sldMk cId="3063896428" sldId="259"/>
            <ac:spMk id="10" creationId="{C2B291F5-59EA-D520-6E8F-C002C188B1AF}"/>
          </ac:spMkLst>
        </pc:spChg>
        <pc:spChg chg="mod">
          <ac:chgData name="Ayman Sadek" userId="752c5ff3-fa6e-41ca-8b19-8aac695725de" providerId="ADAL" clId="{EF81DB0A-59DE-40B7-A744-9E0F57A6E50D}" dt="2024-05-31T09:32:39.905" v="1696" actId="164"/>
          <ac:spMkLst>
            <pc:docMk/>
            <pc:sldMk cId="3063896428" sldId="259"/>
            <ac:spMk id="11" creationId="{309DF28E-77EC-E681-EB78-C1E1E6FEE17F}"/>
          </ac:spMkLst>
        </pc:spChg>
        <pc:spChg chg="mod">
          <ac:chgData name="Ayman Sadek" userId="752c5ff3-fa6e-41ca-8b19-8aac695725de" providerId="ADAL" clId="{EF81DB0A-59DE-40B7-A744-9E0F57A6E50D}" dt="2024-05-31T09:32:39.905" v="1696" actId="164"/>
          <ac:spMkLst>
            <pc:docMk/>
            <pc:sldMk cId="3063896428" sldId="259"/>
            <ac:spMk id="13" creationId="{1CBB63E8-7663-D6C9-01EF-B922B0F3488B}"/>
          </ac:spMkLst>
        </pc:spChg>
        <pc:spChg chg="mod">
          <ac:chgData name="Ayman Sadek" userId="752c5ff3-fa6e-41ca-8b19-8aac695725de" providerId="ADAL" clId="{EF81DB0A-59DE-40B7-A744-9E0F57A6E50D}" dt="2024-05-31T09:32:39.905" v="1696" actId="164"/>
          <ac:spMkLst>
            <pc:docMk/>
            <pc:sldMk cId="3063896428" sldId="259"/>
            <ac:spMk id="14" creationId="{3817379B-ABC6-B536-A664-787E15BE7153}"/>
          </ac:spMkLst>
        </pc:spChg>
        <pc:spChg chg="mod">
          <ac:chgData name="Ayman Sadek" userId="752c5ff3-fa6e-41ca-8b19-8aac695725de" providerId="ADAL" clId="{EF81DB0A-59DE-40B7-A744-9E0F57A6E50D}" dt="2024-05-31T09:32:39.905" v="1696" actId="164"/>
          <ac:spMkLst>
            <pc:docMk/>
            <pc:sldMk cId="3063896428" sldId="259"/>
            <ac:spMk id="15" creationId="{38F68B7D-9195-4D0F-3488-5ABDADBBC50E}"/>
          </ac:spMkLst>
        </pc:spChg>
        <pc:spChg chg="mod">
          <ac:chgData name="Ayman Sadek" userId="752c5ff3-fa6e-41ca-8b19-8aac695725de" providerId="ADAL" clId="{EF81DB0A-59DE-40B7-A744-9E0F57A6E50D}" dt="2024-05-31T09:32:39.905" v="1696" actId="164"/>
          <ac:spMkLst>
            <pc:docMk/>
            <pc:sldMk cId="3063896428" sldId="259"/>
            <ac:spMk id="17" creationId="{C5D2E9F9-CD03-837D-AAC9-49D7EC5C3706}"/>
          </ac:spMkLst>
        </pc:spChg>
        <pc:spChg chg="mod">
          <ac:chgData name="Ayman Sadek" userId="752c5ff3-fa6e-41ca-8b19-8aac695725de" providerId="ADAL" clId="{EF81DB0A-59DE-40B7-A744-9E0F57A6E50D}" dt="2024-05-31T09:32:39.905" v="1696" actId="164"/>
          <ac:spMkLst>
            <pc:docMk/>
            <pc:sldMk cId="3063896428" sldId="259"/>
            <ac:spMk id="18" creationId="{7D90D830-F100-C2E3-31DC-3A9E22DFFC3C}"/>
          </ac:spMkLst>
        </pc:spChg>
        <pc:spChg chg="mod">
          <ac:chgData name="Ayman Sadek" userId="752c5ff3-fa6e-41ca-8b19-8aac695725de" providerId="ADAL" clId="{EF81DB0A-59DE-40B7-A744-9E0F57A6E50D}" dt="2024-05-31T09:32:39.905" v="1696" actId="164"/>
          <ac:spMkLst>
            <pc:docMk/>
            <pc:sldMk cId="3063896428" sldId="259"/>
            <ac:spMk id="19" creationId="{61113D1D-CD60-E11A-437B-92BBDA3D10CA}"/>
          </ac:spMkLst>
        </pc:spChg>
        <pc:spChg chg="mod">
          <ac:chgData name="Ayman Sadek" userId="752c5ff3-fa6e-41ca-8b19-8aac695725de" providerId="ADAL" clId="{EF81DB0A-59DE-40B7-A744-9E0F57A6E50D}" dt="2024-05-31T09:32:39.905" v="1696" actId="164"/>
          <ac:spMkLst>
            <pc:docMk/>
            <pc:sldMk cId="3063896428" sldId="259"/>
            <ac:spMk id="21" creationId="{EA58DFB5-65FD-B890-E163-8DCAE053333F}"/>
          </ac:spMkLst>
        </pc:spChg>
        <pc:spChg chg="mod">
          <ac:chgData name="Ayman Sadek" userId="752c5ff3-fa6e-41ca-8b19-8aac695725de" providerId="ADAL" clId="{EF81DB0A-59DE-40B7-A744-9E0F57A6E50D}" dt="2024-05-31T09:32:39.905" v="1696" actId="164"/>
          <ac:spMkLst>
            <pc:docMk/>
            <pc:sldMk cId="3063896428" sldId="259"/>
            <ac:spMk id="22" creationId="{4A97BA26-D7C8-3DD5-4410-D12E8E31A1F9}"/>
          </ac:spMkLst>
        </pc:spChg>
        <pc:spChg chg="mod">
          <ac:chgData name="Ayman Sadek" userId="752c5ff3-fa6e-41ca-8b19-8aac695725de" providerId="ADAL" clId="{EF81DB0A-59DE-40B7-A744-9E0F57A6E50D}" dt="2024-05-31T09:32:39.905" v="1696" actId="164"/>
          <ac:spMkLst>
            <pc:docMk/>
            <pc:sldMk cId="3063896428" sldId="259"/>
            <ac:spMk id="23" creationId="{DDF79582-2C11-C498-F385-5A38082ABF79}"/>
          </ac:spMkLst>
        </pc:spChg>
        <pc:spChg chg="mod">
          <ac:chgData name="Ayman Sadek" userId="752c5ff3-fa6e-41ca-8b19-8aac695725de" providerId="ADAL" clId="{EF81DB0A-59DE-40B7-A744-9E0F57A6E50D}" dt="2024-05-31T09:32:39.905" v="1696" actId="164"/>
          <ac:spMkLst>
            <pc:docMk/>
            <pc:sldMk cId="3063896428" sldId="259"/>
            <ac:spMk id="24" creationId="{1F44BB3C-31D4-C62C-D7BD-5FE9BF29C850}"/>
          </ac:spMkLst>
        </pc:spChg>
        <pc:spChg chg="mod">
          <ac:chgData name="Ayman Sadek" userId="752c5ff3-fa6e-41ca-8b19-8aac695725de" providerId="ADAL" clId="{EF81DB0A-59DE-40B7-A744-9E0F57A6E50D}" dt="2024-05-31T09:32:39.905" v="1696" actId="164"/>
          <ac:spMkLst>
            <pc:docMk/>
            <pc:sldMk cId="3063896428" sldId="259"/>
            <ac:spMk id="25" creationId="{03FCB259-2FAB-597F-95A3-6B91DC7DF162}"/>
          </ac:spMkLst>
        </pc:spChg>
        <pc:spChg chg="mod">
          <ac:chgData name="Ayman Sadek" userId="752c5ff3-fa6e-41ca-8b19-8aac695725de" providerId="ADAL" clId="{EF81DB0A-59DE-40B7-A744-9E0F57A6E50D}" dt="2024-05-31T09:32:39.905" v="1696" actId="164"/>
          <ac:spMkLst>
            <pc:docMk/>
            <pc:sldMk cId="3063896428" sldId="259"/>
            <ac:spMk id="26" creationId="{83D0D528-5F20-5BB2-77F5-98D2A4D9818A}"/>
          </ac:spMkLst>
        </pc:spChg>
        <pc:spChg chg="mod">
          <ac:chgData name="Ayman Sadek" userId="752c5ff3-fa6e-41ca-8b19-8aac695725de" providerId="ADAL" clId="{EF81DB0A-59DE-40B7-A744-9E0F57A6E50D}" dt="2024-05-31T09:32:39.905" v="1696" actId="164"/>
          <ac:spMkLst>
            <pc:docMk/>
            <pc:sldMk cId="3063896428" sldId="259"/>
            <ac:spMk id="27" creationId="{485CB998-A683-7212-62EB-72FC1212229B}"/>
          </ac:spMkLst>
        </pc:spChg>
        <pc:spChg chg="mod">
          <ac:chgData name="Ayman Sadek" userId="752c5ff3-fa6e-41ca-8b19-8aac695725de" providerId="ADAL" clId="{EF81DB0A-59DE-40B7-A744-9E0F57A6E50D}" dt="2024-05-31T09:32:39.905" v="1696" actId="164"/>
          <ac:spMkLst>
            <pc:docMk/>
            <pc:sldMk cId="3063896428" sldId="259"/>
            <ac:spMk id="28" creationId="{984C440C-089C-2738-FF81-7458735D3334}"/>
          </ac:spMkLst>
        </pc:spChg>
        <pc:spChg chg="mod">
          <ac:chgData name="Ayman Sadek" userId="752c5ff3-fa6e-41ca-8b19-8aac695725de" providerId="ADAL" clId="{EF81DB0A-59DE-40B7-A744-9E0F57A6E50D}" dt="2024-05-31T09:32:39.905" v="1696" actId="164"/>
          <ac:spMkLst>
            <pc:docMk/>
            <pc:sldMk cId="3063896428" sldId="259"/>
            <ac:spMk id="29" creationId="{16ABD6FD-9253-16C5-D363-8B4E7B8783B7}"/>
          </ac:spMkLst>
        </pc:spChg>
        <pc:spChg chg="mod">
          <ac:chgData name="Ayman Sadek" userId="752c5ff3-fa6e-41ca-8b19-8aac695725de" providerId="ADAL" clId="{EF81DB0A-59DE-40B7-A744-9E0F57A6E50D}" dt="2024-05-31T09:32:39.905" v="1696" actId="164"/>
          <ac:spMkLst>
            <pc:docMk/>
            <pc:sldMk cId="3063896428" sldId="259"/>
            <ac:spMk id="30" creationId="{85256FDF-1F84-3AF2-AC90-65F0B1851C56}"/>
          </ac:spMkLst>
        </pc:spChg>
        <pc:spChg chg="mod">
          <ac:chgData name="Ayman Sadek" userId="752c5ff3-fa6e-41ca-8b19-8aac695725de" providerId="ADAL" clId="{EF81DB0A-59DE-40B7-A744-9E0F57A6E50D}" dt="2024-05-31T09:32:39.905" v="1696" actId="164"/>
          <ac:spMkLst>
            <pc:docMk/>
            <pc:sldMk cId="3063896428" sldId="259"/>
            <ac:spMk id="31" creationId="{5B8A86FD-7B1B-2720-F33F-5807A1291F3F}"/>
          </ac:spMkLst>
        </pc:spChg>
        <pc:spChg chg="mod">
          <ac:chgData name="Ayman Sadek" userId="752c5ff3-fa6e-41ca-8b19-8aac695725de" providerId="ADAL" clId="{EF81DB0A-59DE-40B7-A744-9E0F57A6E50D}" dt="2024-05-31T09:32:39.905" v="1696" actId="164"/>
          <ac:spMkLst>
            <pc:docMk/>
            <pc:sldMk cId="3063896428" sldId="259"/>
            <ac:spMk id="32" creationId="{479C3AC5-42C5-9E81-5288-61B955ECA03A}"/>
          </ac:spMkLst>
        </pc:spChg>
        <pc:spChg chg="mod">
          <ac:chgData name="Ayman Sadek" userId="752c5ff3-fa6e-41ca-8b19-8aac695725de" providerId="ADAL" clId="{EF81DB0A-59DE-40B7-A744-9E0F57A6E50D}" dt="2024-05-31T09:32:29.641" v="1695" actId="164"/>
          <ac:spMkLst>
            <pc:docMk/>
            <pc:sldMk cId="3063896428" sldId="259"/>
            <ac:spMk id="33" creationId="{732E6AC3-8BBE-C660-55F8-50A5737F5777}"/>
          </ac:spMkLst>
        </pc:spChg>
        <pc:spChg chg="mod">
          <ac:chgData name="Ayman Sadek" userId="752c5ff3-fa6e-41ca-8b19-8aac695725de" providerId="ADAL" clId="{EF81DB0A-59DE-40B7-A744-9E0F57A6E50D}" dt="2024-05-31T09:32:29.641" v="1695" actId="164"/>
          <ac:spMkLst>
            <pc:docMk/>
            <pc:sldMk cId="3063896428" sldId="259"/>
            <ac:spMk id="34" creationId="{CFD253D3-697F-6960-2C94-C6A85994168E}"/>
          </ac:spMkLst>
        </pc:spChg>
        <pc:spChg chg="mod">
          <ac:chgData name="Ayman Sadek" userId="752c5ff3-fa6e-41ca-8b19-8aac695725de" providerId="ADAL" clId="{EF81DB0A-59DE-40B7-A744-9E0F57A6E50D}" dt="2024-05-31T09:32:29.641" v="1695" actId="164"/>
          <ac:spMkLst>
            <pc:docMk/>
            <pc:sldMk cId="3063896428" sldId="259"/>
            <ac:spMk id="35" creationId="{B11454E3-D580-71E6-7109-4F216A51080D}"/>
          </ac:spMkLst>
        </pc:spChg>
        <pc:spChg chg="mod">
          <ac:chgData name="Ayman Sadek" userId="752c5ff3-fa6e-41ca-8b19-8aac695725de" providerId="ADAL" clId="{EF81DB0A-59DE-40B7-A744-9E0F57A6E50D}" dt="2024-05-31T09:32:39.905" v="1696" actId="164"/>
          <ac:spMkLst>
            <pc:docMk/>
            <pc:sldMk cId="3063896428" sldId="259"/>
            <ac:spMk id="36" creationId="{9BE825E4-7D41-E6BE-0E4D-497FFEA2FA7C}"/>
          </ac:spMkLst>
        </pc:spChg>
        <pc:spChg chg="mod">
          <ac:chgData name="Ayman Sadek" userId="752c5ff3-fa6e-41ca-8b19-8aac695725de" providerId="ADAL" clId="{EF81DB0A-59DE-40B7-A744-9E0F57A6E50D}" dt="2024-05-31T09:32:39.905" v="1696" actId="164"/>
          <ac:spMkLst>
            <pc:docMk/>
            <pc:sldMk cId="3063896428" sldId="259"/>
            <ac:spMk id="37" creationId="{E908DBB1-0C16-482B-A354-9DE9B7C37CC3}"/>
          </ac:spMkLst>
        </pc:spChg>
        <pc:spChg chg="mod">
          <ac:chgData name="Ayman Sadek" userId="752c5ff3-fa6e-41ca-8b19-8aac695725de" providerId="ADAL" clId="{EF81DB0A-59DE-40B7-A744-9E0F57A6E50D}" dt="2024-05-31T09:32:39.905" v="1696" actId="164"/>
          <ac:spMkLst>
            <pc:docMk/>
            <pc:sldMk cId="3063896428" sldId="259"/>
            <ac:spMk id="38" creationId="{5FDA7D55-F888-4CF8-8D82-759EB3B430F5}"/>
          </ac:spMkLst>
        </pc:spChg>
        <pc:spChg chg="mod">
          <ac:chgData name="Ayman Sadek" userId="752c5ff3-fa6e-41ca-8b19-8aac695725de" providerId="ADAL" clId="{EF81DB0A-59DE-40B7-A744-9E0F57A6E50D}" dt="2024-05-31T09:32:39.905" v="1696" actId="164"/>
          <ac:spMkLst>
            <pc:docMk/>
            <pc:sldMk cId="3063896428" sldId="259"/>
            <ac:spMk id="39" creationId="{DC6769A7-D69F-7EE3-9DB5-EADA91457E98}"/>
          </ac:spMkLst>
        </pc:spChg>
        <pc:spChg chg="mod">
          <ac:chgData name="Ayman Sadek" userId="752c5ff3-fa6e-41ca-8b19-8aac695725de" providerId="ADAL" clId="{EF81DB0A-59DE-40B7-A744-9E0F57A6E50D}" dt="2024-05-31T09:32:39.905" v="1696" actId="164"/>
          <ac:spMkLst>
            <pc:docMk/>
            <pc:sldMk cId="3063896428" sldId="259"/>
            <ac:spMk id="40" creationId="{27CFA1E0-9C6F-8FC0-73B9-D8EDE7B0D821}"/>
          </ac:spMkLst>
        </pc:spChg>
        <pc:spChg chg="mod">
          <ac:chgData name="Ayman Sadek" userId="752c5ff3-fa6e-41ca-8b19-8aac695725de" providerId="ADAL" clId="{EF81DB0A-59DE-40B7-A744-9E0F57A6E50D}" dt="2024-05-31T09:32:39.905" v="1696" actId="164"/>
          <ac:spMkLst>
            <pc:docMk/>
            <pc:sldMk cId="3063896428" sldId="259"/>
            <ac:spMk id="41" creationId="{7439E267-02B8-5BD4-0C4B-DB4075F9D57E}"/>
          </ac:spMkLst>
        </pc:spChg>
        <pc:spChg chg="mod">
          <ac:chgData name="Ayman Sadek" userId="752c5ff3-fa6e-41ca-8b19-8aac695725de" providerId="ADAL" clId="{EF81DB0A-59DE-40B7-A744-9E0F57A6E50D}" dt="2024-05-31T09:32:39.905" v="1696" actId="164"/>
          <ac:spMkLst>
            <pc:docMk/>
            <pc:sldMk cId="3063896428" sldId="259"/>
            <ac:spMk id="42" creationId="{25CA4BF6-318C-BB77-D785-D3C4CD4F882B}"/>
          </ac:spMkLst>
        </pc:spChg>
        <pc:spChg chg="mod">
          <ac:chgData name="Ayman Sadek" userId="752c5ff3-fa6e-41ca-8b19-8aac695725de" providerId="ADAL" clId="{EF81DB0A-59DE-40B7-A744-9E0F57A6E50D}" dt="2024-05-31T09:32:39.905" v="1696" actId="164"/>
          <ac:spMkLst>
            <pc:docMk/>
            <pc:sldMk cId="3063896428" sldId="259"/>
            <ac:spMk id="43" creationId="{0B0C96F6-7724-8CB4-480D-09E893F932BB}"/>
          </ac:spMkLst>
        </pc:spChg>
        <pc:spChg chg="mod">
          <ac:chgData name="Ayman Sadek" userId="752c5ff3-fa6e-41ca-8b19-8aac695725de" providerId="ADAL" clId="{EF81DB0A-59DE-40B7-A744-9E0F57A6E50D}" dt="2024-05-31T09:32:39.905" v="1696" actId="164"/>
          <ac:spMkLst>
            <pc:docMk/>
            <pc:sldMk cId="3063896428" sldId="259"/>
            <ac:spMk id="44" creationId="{6A7154AE-C6DC-7F7C-E8F2-081A3D09BB8B}"/>
          </ac:spMkLst>
        </pc:spChg>
        <pc:spChg chg="mod">
          <ac:chgData name="Ayman Sadek" userId="752c5ff3-fa6e-41ca-8b19-8aac695725de" providerId="ADAL" clId="{EF81DB0A-59DE-40B7-A744-9E0F57A6E50D}" dt="2024-05-31T09:32:39.905" v="1696" actId="164"/>
          <ac:spMkLst>
            <pc:docMk/>
            <pc:sldMk cId="3063896428" sldId="259"/>
            <ac:spMk id="45" creationId="{7FFC6250-57AF-55FD-03D2-18702887777A}"/>
          </ac:spMkLst>
        </pc:spChg>
        <pc:spChg chg="mod">
          <ac:chgData name="Ayman Sadek" userId="752c5ff3-fa6e-41ca-8b19-8aac695725de" providerId="ADAL" clId="{EF81DB0A-59DE-40B7-A744-9E0F57A6E50D}" dt="2024-05-31T09:32:29.641" v="1695" actId="164"/>
          <ac:spMkLst>
            <pc:docMk/>
            <pc:sldMk cId="3063896428" sldId="259"/>
            <ac:spMk id="46" creationId="{F4AE33BF-D2E9-4146-7D92-6C7016B3A7E6}"/>
          </ac:spMkLst>
        </pc:spChg>
        <pc:spChg chg="mod">
          <ac:chgData name="Ayman Sadek" userId="752c5ff3-fa6e-41ca-8b19-8aac695725de" providerId="ADAL" clId="{EF81DB0A-59DE-40B7-A744-9E0F57A6E50D}" dt="2024-05-31T09:32:39.905" v="1696" actId="164"/>
          <ac:spMkLst>
            <pc:docMk/>
            <pc:sldMk cId="3063896428" sldId="259"/>
            <ac:spMk id="47" creationId="{CECFDA31-3F00-56E4-54E0-972118EB7509}"/>
          </ac:spMkLst>
        </pc:spChg>
        <pc:spChg chg="mod">
          <ac:chgData name="Ayman Sadek" userId="752c5ff3-fa6e-41ca-8b19-8aac695725de" providerId="ADAL" clId="{EF81DB0A-59DE-40B7-A744-9E0F57A6E50D}" dt="2024-05-31T09:32:39.905" v="1696" actId="164"/>
          <ac:spMkLst>
            <pc:docMk/>
            <pc:sldMk cId="3063896428" sldId="259"/>
            <ac:spMk id="48" creationId="{5FB88972-9212-E6D6-532B-5CA3F3D194BF}"/>
          </ac:spMkLst>
        </pc:spChg>
        <pc:spChg chg="mod">
          <ac:chgData name="Ayman Sadek" userId="752c5ff3-fa6e-41ca-8b19-8aac695725de" providerId="ADAL" clId="{EF81DB0A-59DE-40B7-A744-9E0F57A6E50D}" dt="2024-05-31T09:32:39.905" v="1696" actId="164"/>
          <ac:spMkLst>
            <pc:docMk/>
            <pc:sldMk cId="3063896428" sldId="259"/>
            <ac:spMk id="49" creationId="{5F70D3A2-044D-F5A3-AAD5-E38FA717FAF1}"/>
          </ac:spMkLst>
        </pc:spChg>
        <pc:spChg chg="mod">
          <ac:chgData name="Ayman Sadek" userId="752c5ff3-fa6e-41ca-8b19-8aac695725de" providerId="ADAL" clId="{EF81DB0A-59DE-40B7-A744-9E0F57A6E50D}" dt="2024-05-31T09:32:39.905" v="1696" actId="164"/>
          <ac:spMkLst>
            <pc:docMk/>
            <pc:sldMk cId="3063896428" sldId="259"/>
            <ac:spMk id="50" creationId="{1602CB72-A0EE-7676-D226-559285926003}"/>
          </ac:spMkLst>
        </pc:spChg>
        <pc:spChg chg="mod">
          <ac:chgData name="Ayman Sadek" userId="752c5ff3-fa6e-41ca-8b19-8aac695725de" providerId="ADAL" clId="{EF81DB0A-59DE-40B7-A744-9E0F57A6E50D}" dt="2024-05-31T09:32:39.905" v="1696" actId="164"/>
          <ac:spMkLst>
            <pc:docMk/>
            <pc:sldMk cId="3063896428" sldId="259"/>
            <ac:spMk id="51" creationId="{2AD862BA-69A8-7B94-004D-880BEE78CAD8}"/>
          </ac:spMkLst>
        </pc:spChg>
        <pc:spChg chg="mod">
          <ac:chgData name="Ayman Sadek" userId="752c5ff3-fa6e-41ca-8b19-8aac695725de" providerId="ADAL" clId="{EF81DB0A-59DE-40B7-A744-9E0F57A6E50D}" dt="2024-05-31T09:32:39.905" v="1696" actId="164"/>
          <ac:spMkLst>
            <pc:docMk/>
            <pc:sldMk cId="3063896428" sldId="259"/>
            <ac:spMk id="52" creationId="{160DAA42-DC9B-CB13-CF9F-BCFD6FABDF7D}"/>
          </ac:spMkLst>
        </pc:spChg>
        <pc:spChg chg="mod">
          <ac:chgData name="Ayman Sadek" userId="752c5ff3-fa6e-41ca-8b19-8aac695725de" providerId="ADAL" clId="{EF81DB0A-59DE-40B7-A744-9E0F57A6E50D}" dt="2024-05-31T09:32:39.905" v="1696" actId="164"/>
          <ac:spMkLst>
            <pc:docMk/>
            <pc:sldMk cId="3063896428" sldId="259"/>
            <ac:spMk id="53" creationId="{5BDC54DC-878D-73A7-B9F9-398C252BB98A}"/>
          </ac:spMkLst>
        </pc:spChg>
        <pc:spChg chg="mod">
          <ac:chgData name="Ayman Sadek" userId="752c5ff3-fa6e-41ca-8b19-8aac695725de" providerId="ADAL" clId="{EF81DB0A-59DE-40B7-A744-9E0F57A6E50D}" dt="2024-05-31T09:32:39.905" v="1696" actId="164"/>
          <ac:spMkLst>
            <pc:docMk/>
            <pc:sldMk cId="3063896428" sldId="259"/>
            <ac:spMk id="56" creationId="{7BA1BC67-81A8-3E5D-BE5B-D6F7D02FCDE2}"/>
          </ac:spMkLst>
        </pc:spChg>
        <pc:spChg chg="mod">
          <ac:chgData name="Ayman Sadek" userId="752c5ff3-fa6e-41ca-8b19-8aac695725de" providerId="ADAL" clId="{EF81DB0A-59DE-40B7-A744-9E0F57A6E50D}" dt="2024-05-31T09:32:39.905" v="1696" actId="164"/>
          <ac:spMkLst>
            <pc:docMk/>
            <pc:sldMk cId="3063896428" sldId="259"/>
            <ac:spMk id="57" creationId="{6997D585-687D-D9AB-6A5C-A36A529D2622}"/>
          </ac:spMkLst>
        </pc:spChg>
        <pc:spChg chg="mod">
          <ac:chgData name="Ayman Sadek" userId="752c5ff3-fa6e-41ca-8b19-8aac695725de" providerId="ADAL" clId="{EF81DB0A-59DE-40B7-A744-9E0F57A6E50D}" dt="2024-05-31T09:32:39.905" v="1696" actId="164"/>
          <ac:spMkLst>
            <pc:docMk/>
            <pc:sldMk cId="3063896428" sldId="259"/>
            <ac:spMk id="58" creationId="{AA88175B-5786-3832-99A0-4BE10BA873B9}"/>
          </ac:spMkLst>
        </pc:spChg>
        <pc:spChg chg="mod">
          <ac:chgData name="Ayman Sadek" userId="752c5ff3-fa6e-41ca-8b19-8aac695725de" providerId="ADAL" clId="{EF81DB0A-59DE-40B7-A744-9E0F57A6E50D}" dt="2024-05-31T09:32:39.905" v="1696" actId="164"/>
          <ac:spMkLst>
            <pc:docMk/>
            <pc:sldMk cId="3063896428" sldId="259"/>
            <ac:spMk id="59" creationId="{1BDC4F59-CF1D-16DB-88EF-E0772C173C7D}"/>
          </ac:spMkLst>
        </pc:spChg>
        <pc:grpChg chg="add mod">
          <ac:chgData name="Ayman Sadek" userId="752c5ff3-fa6e-41ca-8b19-8aac695725de" providerId="ADAL" clId="{EF81DB0A-59DE-40B7-A744-9E0F57A6E50D}" dt="2024-05-31T09:32:29.641" v="1695" actId="164"/>
          <ac:grpSpMkLst>
            <pc:docMk/>
            <pc:sldMk cId="3063896428" sldId="259"/>
            <ac:grpSpMk id="7" creationId="{6EBA1D58-EF9E-8508-3C70-1AA9457B8AB2}"/>
          </ac:grpSpMkLst>
        </pc:grpChg>
        <pc:grpChg chg="add mod">
          <ac:chgData name="Ayman Sadek" userId="752c5ff3-fa6e-41ca-8b19-8aac695725de" providerId="ADAL" clId="{EF81DB0A-59DE-40B7-A744-9E0F57A6E50D}" dt="2024-05-31T09:32:39.905" v="1696" actId="164"/>
          <ac:grpSpMkLst>
            <pc:docMk/>
            <pc:sldMk cId="3063896428" sldId="259"/>
            <ac:grpSpMk id="12" creationId="{B8711F50-4B1D-0D04-87EE-B627CFB6DB44}"/>
          </ac:grpSpMkLst>
        </pc:grpChg>
        <pc:picChg chg="mod">
          <ac:chgData name="Ayman Sadek" userId="752c5ff3-fa6e-41ca-8b19-8aac695725de" providerId="ADAL" clId="{EF81DB0A-59DE-40B7-A744-9E0F57A6E50D}" dt="2024-05-31T08:58:18.760" v="1391" actId="1036"/>
          <ac:picMkLst>
            <pc:docMk/>
            <pc:sldMk cId="3063896428" sldId="259"/>
            <ac:picMk id="3" creationId="{1B173939-F8DB-395E-1536-8496163BE4D1}"/>
          </ac:picMkLst>
        </pc:picChg>
        <pc:picChg chg="mod ord">
          <ac:chgData name="Ayman Sadek" userId="752c5ff3-fa6e-41ca-8b19-8aac695725de" providerId="ADAL" clId="{EF81DB0A-59DE-40B7-A744-9E0F57A6E50D}" dt="2024-05-31T09:32:39.905" v="1696" actId="164"/>
          <ac:picMkLst>
            <pc:docMk/>
            <pc:sldMk cId="3063896428" sldId="259"/>
            <ac:picMk id="5" creationId="{FFD1E646-62C0-67BB-B97C-1FE2EDFF745E}"/>
          </ac:picMkLst>
        </pc:picChg>
        <pc:picChg chg="add del">
          <ac:chgData name="Ayman Sadek" userId="752c5ff3-fa6e-41ca-8b19-8aac695725de" providerId="ADAL" clId="{EF81DB0A-59DE-40B7-A744-9E0F57A6E50D}" dt="2024-05-31T08:58:45.513" v="1393" actId="478"/>
          <ac:picMkLst>
            <pc:docMk/>
            <pc:sldMk cId="3063896428" sldId="259"/>
            <ac:picMk id="16" creationId="{A480F331-ABDF-4522-5308-BD649F6C6313}"/>
          </ac:picMkLst>
        </pc:picChg>
      </pc:sldChg>
      <pc:sldChg chg="modSp mod">
        <pc:chgData name="Ayman Sadek" userId="752c5ff3-fa6e-41ca-8b19-8aac695725de" providerId="ADAL" clId="{EF81DB0A-59DE-40B7-A744-9E0F57A6E50D}" dt="2024-05-30T14:13:04.604" v="564" actId="20577"/>
        <pc:sldMkLst>
          <pc:docMk/>
          <pc:sldMk cId="640680639" sldId="260"/>
        </pc:sldMkLst>
        <pc:spChg chg="mod">
          <ac:chgData name="Ayman Sadek" userId="752c5ff3-fa6e-41ca-8b19-8aac695725de" providerId="ADAL" clId="{EF81DB0A-59DE-40B7-A744-9E0F57A6E50D}" dt="2024-05-30T14:13:04.604" v="564" actId="20577"/>
          <ac:spMkLst>
            <pc:docMk/>
            <pc:sldMk cId="640680639" sldId="260"/>
            <ac:spMk id="2" creationId="{5AE7A8A9-C011-6EBB-E88D-2D75ACCB4132}"/>
          </ac:spMkLst>
        </pc:spChg>
      </pc:sldChg>
      <pc:sldChg chg="modSp mod">
        <pc:chgData name="Ayman Sadek" userId="752c5ff3-fa6e-41ca-8b19-8aac695725de" providerId="ADAL" clId="{EF81DB0A-59DE-40B7-A744-9E0F57A6E50D}" dt="2024-05-31T09:32:54.428" v="1702" actId="20577"/>
        <pc:sldMkLst>
          <pc:docMk/>
          <pc:sldMk cId="3518304485" sldId="261"/>
        </pc:sldMkLst>
        <pc:spChg chg="mod">
          <ac:chgData name="Ayman Sadek" userId="752c5ff3-fa6e-41ca-8b19-8aac695725de" providerId="ADAL" clId="{EF81DB0A-59DE-40B7-A744-9E0F57A6E50D}" dt="2024-05-31T09:32:54.428" v="1702" actId="20577"/>
          <ac:spMkLst>
            <pc:docMk/>
            <pc:sldMk cId="3518304485" sldId="261"/>
            <ac:spMk id="2" creationId="{5AE7A8A9-C011-6EBB-E88D-2D75ACCB4132}"/>
          </ac:spMkLst>
        </pc:spChg>
      </pc:sldChg>
      <pc:sldChg chg="addSp delSp modSp mod modNotesTx">
        <pc:chgData name="Ayman Sadek" userId="752c5ff3-fa6e-41ca-8b19-8aac695725de" providerId="ADAL" clId="{EF81DB0A-59DE-40B7-A744-9E0F57A6E50D}" dt="2024-05-31T09:33:55.336" v="1721" actId="14100"/>
        <pc:sldMkLst>
          <pc:docMk/>
          <pc:sldMk cId="707343637" sldId="262"/>
        </pc:sldMkLst>
        <pc:spChg chg="mod">
          <ac:chgData name="Ayman Sadek" userId="752c5ff3-fa6e-41ca-8b19-8aac695725de" providerId="ADAL" clId="{EF81DB0A-59DE-40B7-A744-9E0F57A6E50D}" dt="2024-05-30T14:23:10.967" v="735" actId="20577"/>
          <ac:spMkLst>
            <pc:docMk/>
            <pc:sldMk cId="707343637" sldId="262"/>
            <ac:spMk id="2" creationId="{428A248B-4748-82FF-6B54-43289CAE9B2E}"/>
          </ac:spMkLst>
        </pc:spChg>
        <pc:spChg chg="add mod">
          <ac:chgData name="Ayman Sadek" userId="752c5ff3-fa6e-41ca-8b19-8aac695725de" providerId="ADAL" clId="{EF81DB0A-59DE-40B7-A744-9E0F57A6E50D}" dt="2024-05-31T09:28:32.768" v="1555" actId="1076"/>
          <ac:spMkLst>
            <pc:docMk/>
            <pc:sldMk cId="707343637" sldId="262"/>
            <ac:spMk id="3" creationId="{93BD7970-CB6B-40ED-7EAE-784FEA926CB1}"/>
          </ac:spMkLst>
        </pc:spChg>
        <pc:spChg chg="add mod">
          <ac:chgData name="Ayman Sadek" userId="752c5ff3-fa6e-41ca-8b19-8aac695725de" providerId="ADAL" clId="{EF81DB0A-59DE-40B7-A744-9E0F57A6E50D}" dt="2024-05-30T11:40:57.488" v="25"/>
          <ac:spMkLst>
            <pc:docMk/>
            <pc:sldMk cId="707343637" sldId="262"/>
            <ac:spMk id="4" creationId="{DB15C289-EE21-4F95-EB2A-126D399D8087}"/>
          </ac:spMkLst>
        </pc:spChg>
        <pc:spChg chg="add mod">
          <ac:chgData name="Ayman Sadek" userId="752c5ff3-fa6e-41ca-8b19-8aac695725de" providerId="ADAL" clId="{EF81DB0A-59DE-40B7-A744-9E0F57A6E50D}" dt="2024-05-31T09:28:39.793" v="1556" actId="1076"/>
          <ac:spMkLst>
            <pc:docMk/>
            <pc:sldMk cId="707343637" sldId="262"/>
            <ac:spMk id="8" creationId="{5B7D382D-CBC4-CA17-0ED9-92AD865F1825}"/>
          </ac:spMkLst>
        </pc:spChg>
        <pc:spChg chg="add mod">
          <ac:chgData name="Ayman Sadek" userId="752c5ff3-fa6e-41ca-8b19-8aac695725de" providerId="ADAL" clId="{EF81DB0A-59DE-40B7-A744-9E0F57A6E50D}" dt="2024-05-31T09:28:27.910" v="1554" actId="1076"/>
          <ac:spMkLst>
            <pc:docMk/>
            <pc:sldMk cId="707343637" sldId="262"/>
            <ac:spMk id="9" creationId="{459D36CE-3E66-E080-F8FC-844A2449B690}"/>
          </ac:spMkLst>
        </pc:spChg>
        <pc:spChg chg="add mod">
          <ac:chgData name="Ayman Sadek" userId="752c5ff3-fa6e-41ca-8b19-8aac695725de" providerId="ADAL" clId="{EF81DB0A-59DE-40B7-A744-9E0F57A6E50D}" dt="2024-05-31T09:28:24.170" v="1553" actId="1076"/>
          <ac:spMkLst>
            <pc:docMk/>
            <pc:sldMk cId="707343637" sldId="262"/>
            <ac:spMk id="10" creationId="{74953CAE-F6E1-DF38-55FB-A60538C3299A}"/>
          </ac:spMkLst>
        </pc:spChg>
        <pc:spChg chg="add mod">
          <ac:chgData name="Ayman Sadek" userId="752c5ff3-fa6e-41ca-8b19-8aac695725de" providerId="ADAL" clId="{EF81DB0A-59DE-40B7-A744-9E0F57A6E50D}" dt="2024-05-31T09:29:06.637" v="1561" actId="1036"/>
          <ac:spMkLst>
            <pc:docMk/>
            <pc:sldMk cId="707343637" sldId="262"/>
            <ac:spMk id="11" creationId="{6B3F3CA5-2AD6-FDEE-4892-3F1C94B6E538}"/>
          </ac:spMkLst>
        </pc:spChg>
        <pc:spChg chg="add mod">
          <ac:chgData name="Ayman Sadek" userId="752c5ff3-fa6e-41ca-8b19-8aac695725de" providerId="ADAL" clId="{EF81DB0A-59DE-40B7-A744-9E0F57A6E50D}" dt="2024-05-31T09:33:55.336" v="1721" actId="14100"/>
          <ac:spMkLst>
            <pc:docMk/>
            <pc:sldMk cId="707343637" sldId="262"/>
            <ac:spMk id="12" creationId="{C7512A1E-9697-E4F4-5834-948F7E7FD094}"/>
          </ac:spMkLst>
        </pc:spChg>
        <pc:spChg chg="add del mod">
          <ac:chgData name="Ayman Sadek" userId="752c5ff3-fa6e-41ca-8b19-8aac695725de" providerId="ADAL" clId="{EF81DB0A-59DE-40B7-A744-9E0F57A6E50D}" dt="2024-05-30T14:21:16.172" v="713" actId="478"/>
          <ac:spMkLst>
            <pc:docMk/>
            <pc:sldMk cId="707343637" sldId="262"/>
            <ac:spMk id="13" creationId="{4229D0F6-566F-3133-82B1-F5D61FEB2F37}"/>
          </ac:spMkLst>
        </pc:spChg>
        <pc:picChg chg="mod">
          <ac:chgData name="Ayman Sadek" userId="752c5ff3-fa6e-41ca-8b19-8aac695725de" providerId="ADAL" clId="{EF81DB0A-59DE-40B7-A744-9E0F57A6E50D}" dt="2024-05-31T09:29:25.035" v="1563" actId="29295"/>
          <ac:picMkLst>
            <pc:docMk/>
            <pc:sldMk cId="707343637" sldId="262"/>
            <ac:picMk id="5" creationId="{6BA85168-F2E5-F945-FE2E-D3209A2DFDA1}"/>
          </ac:picMkLst>
        </pc:picChg>
        <pc:cxnChg chg="add mod">
          <ac:chgData name="Ayman Sadek" userId="752c5ff3-fa6e-41ca-8b19-8aac695725de" providerId="ADAL" clId="{EF81DB0A-59DE-40B7-A744-9E0F57A6E50D}" dt="2024-05-30T11:40:57.488" v="25"/>
          <ac:cxnSpMkLst>
            <pc:docMk/>
            <pc:sldMk cId="707343637" sldId="262"/>
            <ac:cxnSpMk id="6" creationId="{1553CAD2-122F-E618-14B5-F34DCECE8A06}"/>
          </ac:cxnSpMkLst>
        </pc:cxnChg>
        <pc:cxnChg chg="add mod">
          <ac:chgData name="Ayman Sadek" userId="752c5ff3-fa6e-41ca-8b19-8aac695725de" providerId="ADAL" clId="{EF81DB0A-59DE-40B7-A744-9E0F57A6E50D}" dt="2024-05-30T11:40:57.488" v="25"/>
          <ac:cxnSpMkLst>
            <pc:docMk/>
            <pc:sldMk cId="707343637" sldId="262"/>
            <ac:cxnSpMk id="7" creationId="{424B7333-A0ED-1AC7-410C-95C816D94267}"/>
          </ac:cxnSpMkLst>
        </pc:cxnChg>
      </pc:sldChg>
      <pc:sldChg chg="add del ord">
        <pc:chgData name="Ayman Sadek" userId="752c5ff3-fa6e-41ca-8b19-8aac695725de" providerId="ADAL" clId="{EF81DB0A-59DE-40B7-A744-9E0F57A6E50D}" dt="2024-05-30T11:56:36.626" v="54" actId="2696"/>
        <pc:sldMkLst>
          <pc:docMk/>
          <pc:sldMk cId="1322722680" sldId="263"/>
        </pc:sldMkLst>
      </pc:sldChg>
      <pc:sldChg chg="addSp delSp modSp add mod ord modNotesTx">
        <pc:chgData name="Ayman Sadek" userId="752c5ff3-fa6e-41ca-8b19-8aac695725de" providerId="ADAL" clId="{EF81DB0A-59DE-40B7-A744-9E0F57A6E50D}" dt="2024-05-31T09:44:47.849" v="2239" actId="1037"/>
        <pc:sldMkLst>
          <pc:docMk/>
          <pc:sldMk cId="1927286308" sldId="264"/>
        </pc:sldMkLst>
        <pc:spChg chg="mod">
          <ac:chgData name="Ayman Sadek" userId="752c5ff3-fa6e-41ca-8b19-8aac695725de" providerId="ADAL" clId="{EF81DB0A-59DE-40B7-A744-9E0F57A6E50D}" dt="2024-05-31T08:53:12.759" v="1277" actId="20577"/>
          <ac:spMkLst>
            <pc:docMk/>
            <pc:sldMk cId="1927286308" sldId="264"/>
            <ac:spMk id="3" creationId="{3A91F938-4392-2710-A497-95460FF664C9}"/>
          </ac:spMkLst>
        </pc:spChg>
        <pc:spChg chg="mod">
          <ac:chgData name="Ayman Sadek" userId="752c5ff3-fa6e-41ca-8b19-8aac695725de" providerId="ADAL" clId="{EF81DB0A-59DE-40B7-A744-9E0F57A6E50D}" dt="2024-05-31T09:44:47.849" v="2239" actId="1037"/>
          <ac:spMkLst>
            <pc:docMk/>
            <pc:sldMk cId="1927286308" sldId="264"/>
            <ac:spMk id="4" creationId="{1B8CB253-27C9-6B0D-2311-EE8745B43695}"/>
          </ac:spMkLst>
        </pc:spChg>
        <pc:spChg chg="mod">
          <ac:chgData name="Ayman Sadek" userId="752c5ff3-fa6e-41ca-8b19-8aac695725de" providerId="ADAL" clId="{EF81DB0A-59DE-40B7-A744-9E0F57A6E50D}" dt="2024-05-31T09:44:35.576" v="2232" actId="1037"/>
          <ac:spMkLst>
            <pc:docMk/>
            <pc:sldMk cId="1927286308" sldId="264"/>
            <ac:spMk id="5" creationId="{030DAAD8-0BAA-297E-CEFB-228E13616D17}"/>
          </ac:spMkLst>
        </pc:spChg>
        <pc:spChg chg="mod">
          <ac:chgData name="Ayman Sadek" userId="752c5ff3-fa6e-41ca-8b19-8aac695725de" providerId="ADAL" clId="{EF81DB0A-59DE-40B7-A744-9E0F57A6E50D}" dt="2024-05-31T09:39:40.857" v="2046" actId="14100"/>
          <ac:spMkLst>
            <pc:docMk/>
            <pc:sldMk cId="1927286308" sldId="264"/>
            <ac:spMk id="6" creationId="{4D2FDFB6-5684-EC24-45BD-2DB457D15F25}"/>
          </ac:spMkLst>
        </pc:spChg>
        <pc:spChg chg="mod">
          <ac:chgData name="Ayman Sadek" userId="752c5ff3-fa6e-41ca-8b19-8aac695725de" providerId="ADAL" clId="{EF81DB0A-59DE-40B7-A744-9E0F57A6E50D}" dt="2024-05-31T09:44:47.849" v="2239" actId="1037"/>
          <ac:spMkLst>
            <pc:docMk/>
            <pc:sldMk cId="1927286308" sldId="264"/>
            <ac:spMk id="7" creationId="{26CEB137-CB4C-09FA-1F96-88CF3C580E57}"/>
          </ac:spMkLst>
        </pc:spChg>
        <pc:spChg chg="mod">
          <ac:chgData name="Ayman Sadek" userId="752c5ff3-fa6e-41ca-8b19-8aac695725de" providerId="ADAL" clId="{EF81DB0A-59DE-40B7-A744-9E0F57A6E50D}" dt="2024-05-31T09:39:48.233" v="2048" actId="14100"/>
          <ac:spMkLst>
            <pc:docMk/>
            <pc:sldMk cId="1927286308" sldId="264"/>
            <ac:spMk id="8" creationId="{0E21018D-D7D1-18FF-4FB9-4FF2DCB1F74C}"/>
          </ac:spMkLst>
        </pc:spChg>
        <pc:spChg chg="mod">
          <ac:chgData name="Ayman Sadek" userId="752c5ff3-fa6e-41ca-8b19-8aac695725de" providerId="ADAL" clId="{EF81DB0A-59DE-40B7-A744-9E0F57A6E50D}" dt="2024-05-31T09:44:47.849" v="2239" actId="1037"/>
          <ac:spMkLst>
            <pc:docMk/>
            <pc:sldMk cId="1927286308" sldId="264"/>
            <ac:spMk id="9" creationId="{8DFF68EB-237E-0E19-034A-40DF31856E4C}"/>
          </ac:spMkLst>
        </pc:spChg>
        <pc:spChg chg="mod">
          <ac:chgData name="Ayman Sadek" userId="752c5ff3-fa6e-41ca-8b19-8aac695725de" providerId="ADAL" clId="{EF81DB0A-59DE-40B7-A744-9E0F57A6E50D}" dt="2024-05-30T16:40:11.364" v="1154" actId="20577"/>
          <ac:spMkLst>
            <pc:docMk/>
            <pc:sldMk cId="1927286308" sldId="264"/>
            <ac:spMk id="10" creationId="{28CE4711-A064-CC40-58BC-730006DB81A7}"/>
          </ac:spMkLst>
        </pc:spChg>
        <pc:spChg chg="add del mod">
          <ac:chgData name="Ayman Sadek" userId="752c5ff3-fa6e-41ca-8b19-8aac695725de" providerId="ADAL" clId="{EF81DB0A-59DE-40B7-A744-9E0F57A6E50D}" dt="2024-05-31T09:44:47.849" v="2239" actId="1037"/>
          <ac:spMkLst>
            <pc:docMk/>
            <pc:sldMk cId="1927286308" sldId="264"/>
            <ac:spMk id="11" creationId="{24D4E0A7-4D41-8A57-7C73-402B6A17FD54}"/>
          </ac:spMkLst>
        </pc:spChg>
        <pc:spChg chg="mod">
          <ac:chgData name="Ayman Sadek" userId="752c5ff3-fa6e-41ca-8b19-8aac695725de" providerId="ADAL" clId="{EF81DB0A-59DE-40B7-A744-9E0F57A6E50D}" dt="2024-05-31T09:37:24.852" v="1895" actId="1038"/>
          <ac:spMkLst>
            <pc:docMk/>
            <pc:sldMk cId="1927286308" sldId="264"/>
            <ac:spMk id="12" creationId="{9D970576-D2D0-05DD-FF54-927FFAECA102}"/>
          </ac:spMkLst>
        </pc:spChg>
        <pc:spChg chg="mod">
          <ac:chgData name="Ayman Sadek" userId="752c5ff3-fa6e-41ca-8b19-8aac695725de" providerId="ADAL" clId="{EF81DB0A-59DE-40B7-A744-9E0F57A6E50D}" dt="2024-05-30T16:39:57.128" v="1146" actId="1076"/>
          <ac:spMkLst>
            <pc:docMk/>
            <pc:sldMk cId="1927286308" sldId="264"/>
            <ac:spMk id="13" creationId="{4B29CA62-7FBC-3D41-46F0-1519768D3156}"/>
          </ac:spMkLst>
        </pc:spChg>
        <pc:spChg chg="add del mod">
          <ac:chgData name="Ayman Sadek" userId="752c5ff3-fa6e-41ca-8b19-8aac695725de" providerId="ADAL" clId="{EF81DB0A-59DE-40B7-A744-9E0F57A6E50D}" dt="2024-05-31T09:44:47.849" v="2239" actId="1037"/>
          <ac:spMkLst>
            <pc:docMk/>
            <pc:sldMk cId="1927286308" sldId="264"/>
            <ac:spMk id="14" creationId="{76B194B6-A605-3484-92BC-80FAFA87587C}"/>
          </ac:spMkLst>
        </pc:spChg>
        <pc:spChg chg="mod">
          <ac:chgData name="Ayman Sadek" userId="752c5ff3-fa6e-41ca-8b19-8aac695725de" providerId="ADAL" clId="{EF81DB0A-59DE-40B7-A744-9E0F57A6E50D}" dt="2024-05-31T09:39:38.040" v="2045" actId="14100"/>
          <ac:spMkLst>
            <pc:docMk/>
            <pc:sldMk cId="1927286308" sldId="264"/>
            <ac:spMk id="15" creationId="{4BC2B9A3-C350-ACFD-2B7B-DC99D43A8E42}"/>
          </ac:spMkLst>
        </pc:spChg>
        <pc:spChg chg="mod">
          <ac:chgData name="Ayman Sadek" userId="752c5ff3-fa6e-41ca-8b19-8aac695725de" providerId="ADAL" clId="{EF81DB0A-59DE-40B7-A744-9E0F57A6E50D}" dt="2024-05-31T09:41:54.146" v="2180" actId="208"/>
          <ac:spMkLst>
            <pc:docMk/>
            <pc:sldMk cId="1927286308" sldId="264"/>
            <ac:spMk id="17" creationId="{42C7B445-8404-5EC9-8D3D-9C75CB749779}"/>
          </ac:spMkLst>
        </pc:spChg>
        <pc:spChg chg="add mod">
          <ac:chgData name="Ayman Sadek" userId="752c5ff3-fa6e-41ca-8b19-8aac695725de" providerId="ADAL" clId="{EF81DB0A-59DE-40B7-A744-9E0F57A6E50D}" dt="2024-05-31T08:51:10.474" v="1254"/>
          <ac:spMkLst>
            <pc:docMk/>
            <pc:sldMk cId="1927286308" sldId="264"/>
            <ac:spMk id="18" creationId="{1C46B5CF-4D1C-8669-8DF1-DE98B53F9492}"/>
          </ac:spMkLst>
        </pc:spChg>
        <pc:spChg chg="add mod">
          <ac:chgData name="Ayman Sadek" userId="752c5ff3-fa6e-41ca-8b19-8aac695725de" providerId="ADAL" clId="{EF81DB0A-59DE-40B7-A744-9E0F57A6E50D}" dt="2024-05-31T08:56:52.284" v="1333" actId="208"/>
          <ac:spMkLst>
            <pc:docMk/>
            <pc:sldMk cId="1927286308" sldId="264"/>
            <ac:spMk id="22" creationId="{6B1A0FCA-94A2-20B4-C685-7AFB32DC31E5}"/>
          </ac:spMkLst>
        </pc:spChg>
        <pc:spChg chg="add del mod">
          <ac:chgData name="Ayman Sadek" userId="752c5ff3-fa6e-41ca-8b19-8aac695725de" providerId="ADAL" clId="{EF81DB0A-59DE-40B7-A744-9E0F57A6E50D}" dt="2024-05-30T11:59:02.139" v="96"/>
          <ac:spMkLst>
            <pc:docMk/>
            <pc:sldMk cId="1927286308" sldId="264"/>
            <ac:spMk id="22" creationId="{8AB92E16-23CC-6BAB-C26A-C5BCA410A414}"/>
          </ac:spMkLst>
        </pc:spChg>
        <pc:spChg chg="add mod">
          <ac:chgData name="Ayman Sadek" userId="752c5ff3-fa6e-41ca-8b19-8aac695725de" providerId="ADAL" clId="{EF81DB0A-59DE-40B7-A744-9E0F57A6E50D}" dt="2024-05-31T09:39:58.904" v="2059" actId="1076"/>
          <ac:spMkLst>
            <pc:docMk/>
            <pc:sldMk cId="1927286308" sldId="264"/>
            <ac:spMk id="23" creationId="{38786EC7-CBB9-C4CE-272D-FF142A6D02DB}"/>
          </ac:spMkLst>
        </pc:spChg>
        <pc:spChg chg="add mod">
          <ac:chgData name="Ayman Sadek" userId="752c5ff3-fa6e-41ca-8b19-8aac695725de" providerId="ADAL" clId="{EF81DB0A-59DE-40B7-A744-9E0F57A6E50D}" dt="2024-05-31T09:42:01.210" v="2183" actId="208"/>
          <ac:spMkLst>
            <pc:docMk/>
            <pc:sldMk cId="1927286308" sldId="264"/>
            <ac:spMk id="24" creationId="{812C40DD-6217-D42C-FF3E-1432FEDCCE87}"/>
          </ac:spMkLst>
        </pc:spChg>
        <pc:spChg chg="add mod">
          <ac:chgData name="Ayman Sadek" userId="752c5ff3-fa6e-41ca-8b19-8aac695725de" providerId="ADAL" clId="{EF81DB0A-59DE-40B7-A744-9E0F57A6E50D}" dt="2024-05-31T09:44:47.849" v="2239" actId="1037"/>
          <ac:spMkLst>
            <pc:docMk/>
            <pc:sldMk cId="1927286308" sldId="264"/>
            <ac:spMk id="26" creationId="{5E7C87A0-B76F-2FEC-63D8-CAD172285192}"/>
          </ac:spMkLst>
        </pc:spChg>
        <pc:spChg chg="mod">
          <ac:chgData name="Ayman Sadek" userId="752c5ff3-fa6e-41ca-8b19-8aac695725de" providerId="ADAL" clId="{EF81DB0A-59DE-40B7-A744-9E0F57A6E50D}" dt="2024-05-31T09:40:02.322" v="2060" actId="1076"/>
          <ac:spMkLst>
            <pc:docMk/>
            <pc:sldMk cId="1927286308" sldId="264"/>
            <ac:spMk id="29" creationId="{A8EB9E32-4A1A-8E4B-229D-130557DFF501}"/>
          </ac:spMkLst>
        </pc:spChg>
        <pc:spChg chg="mod">
          <ac:chgData name="Ayman Sadek" userId="752c5ff3-fa6e-41ca-8b19-8aac695725de" providerId="ADAL" clId="{EF81DB0A-59DE-40B7-A744-9E0F57A6E50D}" dt="2024-05-31T09:41:57.834" v="2181" actId="208"/>
          <ac:spMkLst>
            <pc:docMk/>
            <pc:sldMk cId="1927286308" sldId="264"/>
            <ac:spMk id="30" creationId="{1FF57FA2-6CED-C01F-D18B-BE146A9DAEF1}"/>
          </ac:spMkLst>
        </pc:spChg>
        <pc:spChg chg="mod">
          <ac:chgData name="Ayman Sadek" userId="752c5ff3-fa6e-41ca-8b19-8aac695725de" providerId="ADAL" clId="{EF81DB0A-59DE-40B7-A744-9E0F57A6E50D}" dt="2024-05-31T09:44:47.849" v="2239" actId="1037"/>
          <ac:spMkLst>
            <pc:docMk/>
            <pc:sldMk cId="1927286308" sldId="264"/>
            <ac:spMk id="55" creationId="{0A1F29D4-3FBC-147C-9DF2-AD5A32526F81}"/>
          </ac:spMkLst>
        </pc:spChg>
        <pc:spChg chg="mod">
          <ac:chgData name="Ayman Sadek" userId="752c5ff3-fa6e-41ca-8b19-8aac695725de" providerId="ADAL" clId="{EF81DB0A-59DE-40B7-A744-9E0F57A6E50D}" dt="2024-05-31T09:42:03.322" v="2185" actId="208"/>
          <ac:spMkLst>
            <pc:docMk/>
            <pc:sldMk cId="1927286308" sldId="264"/>
            <ac:spMk id="64" creationId="{71782960-DA3F-C69F-2FA4-068E8826C0E2}"/>
          </ac:spMkLst>
        </pc:spChg>
        <pc:spChg chg="add mod">
          <ac:chgData name="Ayman Sadek" userId="752c5ff3-fa6e-41ca-8b19-8aac695725de" providerId="ADAL" clId="{EF81DB0A-59DE-40B7-A744-9E0F57A6E50D}" dt="2024-05-31T09:42:07.626" v="2188" actId="208"/>
          <ac:spMkLst>
            <pc:docMk/>
            <pc:sldMk cId="1927286308" sldId="264"/>
            <ac:spMk id="65" creationId="{4839B0C8-68A1-3E9D-C59A-13DD82139209}"/>
          </ac:spMkLst>
        </pc:spChg>
        <pc:spChg chg="mod">
          <ac:chgData name="Ayman Sadek" userId="752c5ff3-fa6e-41ca-8b19-8aac695725de" providerId="ADAL" clId="{EF81DB0A-59DE-40B7-A744-9E0F57A6E50D}" dt="2024-05-30T11:57:54.536" v="70" actId="14100"/>
          <ac:spMkLst>
            <pc:docMk/>
            <pc:sldMk cId="1927286308" sldId="264"/>
            <ac:spMk id="67" creationId="{BA5AA33B-6DE7-7DEB-20EC-E088A216FD45}"/>
          </ac:spMkLst>
        </pc:spChg>
        <pc:spChg chg="add mod">
          <ac:chgData name="Ayman Sadek" userId="752c5ff3-fa6e-41ca-8b19-8aac695725de" providerId="ADAL" clId="{EF81DB0A-59DE-40B7-A744-9E0F57A6E50D}" dt="2024-05-31T09:40:18.921" v="2126" actId="1035"/>
          <ac:spMkLst>
            <pc:docMk/>
            <pc:sldMk cId="1927286308" sldId="264"/>
            <ac:spMk id="69" creationId="{A8398930-0152-EF65-A41D-498B4A96425B}"/>
          </ac:spMkLst>
        </pc:spChg>
        <pc:spChg chg="mod">
          <ac:chgData name="Ayman Sadek" userId="752c5ff3-fa6e-41ca-8b19-8aac695725de" providerId="ADAL" clId="{EF81DB0A-59DE-40B7-A744-9E0F57A6E50D}" dt="2024-05-31T09:42:02.298" v="2184" actId="208"/>
          <ac:spMkLst>
            <pc:docMk/>
            <pc:sldMk cId="1927286308" sldId="264"/>
            <ac:spMk id="70" creationId="{83050D86-716D-D5A4-16A0-BFC5044213BC}"/>
          </ac:spMkLst>
        </pc:spChg>
        <pc:spChg chg="add mod">
          <ac:chgData name="Ayman Sadek" userId="752c5ff3-fa6e-41ca-8b19-8aac695725de" providerId="ADAL" clId="{EF81DB0A-59DE-40B7-A744-9E0F57A6E50D}" dt="2024-05-31T09:42:08.571" v="2189" actId="208"/>
          <ac:spMkLst>
            <pc:docMk/>
            <pc:sldMk cId="1927286308" sldId="264"/>
            <ac:spMk id="71" creationId="{F44EDDB0-A4E9-2CF8-42AA-B47ABEEA39E9}"/>
          </ac:spMkLst>
        </pc:spChg>
        <pc:spChg chg="mod">
          <ac:chgData name="Ayman Sadek" userId="752c5ff3-fa6e-41ca-8b19-8aac695725de" providerId="ADAL" clId="{EF81DB0A-59DE-40B7-A744-9E0F57A6E50D}" dt="2024-05-31T09:43:14.910" v="2194" actId="208"/>
          <ac:spMkLst>
            <pc:docMk/>
            <pc:sldMk cId="1927286308" sldId="264"/>
            <ac:spMk id="72" creationId="{9772642E-FABC-7D6B-ED16-5A4F1724BFA0}"/>
          </ac:spMkLst>
        </pc:spChg>
        <pc:spChg chg="add mod">
          <ac:chgData name="Ayman Sadek" userId="752c5ff3-fa6e-41ca-8b19-8aac695725de" providerId="ADAL" clId="{EF81DB0A-59DE-40B7-A744-9E0F57A6E50D}" dt="2024-05-31T09:40:18.921" v="2126" actId="1035"/>
          <ac:spMkLst>
            <pc:docMk/>
            <pc:sldMk cId="1927286308" sldId="264"/>
            <ac:spMk id="73" creationId="{065BEDC9-DAC2-95D6-5D42-C51A6BC33505}"/>
          </ac:spMkLst>
        </pc:spChg>
        <pc:spChg chg="mod">
          <ac:chgData name="Ayman Sadek" userId="752c5ff3-fa6e-41ca-8b19-8aac695725de" providerId="ADAL" clId="{EF81DB0A-59DE-40B7-A744-9E0F57A6E50D}" dt="2024-05-31T09:43:14.910" v="2194" actId="208"/>
          <ac:spMkLst>
            <pc:docMk/>
            <pc:sldMk cId="1927286308" sldId="264"/>
            <ac:spMk id="89" creationId="{CC102977-663A-43F5-3720-991AD373EA4D}"/>
          </ac:spMkLst>
        </pc:spChg>
        <pc:spChg chg="mod">
          <ac:chgData name="Ayman Sadek" userId="752c5ff3-fa6e-41ca-8b19-8aac695725de" providerId="ADAL" clId="{EF81DB0A-59DE-40B7-A744-9E0F57A6E50D}" dt="2024-05-31T09:39:53.762" v="2058" actId="1038"/>
          <ac:spMkLst>
            <pc:docMk/>
            <pc:sldMk cId="1927286308" sldId="264"/>
            <ac:spMk id="93" creationId="{09061259-4892-58FD-7C44-BB0162683096}"/>
          </ac:spMkLst>
        </pc:spChg>
        <pc:spChg chg="mod">
          <ac:chgData name="Ayman Sadek" userId="752c5ff3-fa6e-41ca-8b19-8aac695725de" providerId="ADAL" clId="{EF81DB0A-59DE-40B7-A744-9E0F57A6E50D}" dt="2024-05-30T16:22:46.888" v="985" actId="400"/>
          <ac:spMkLst>
            <pc:docMk/>
            <pc:sldMk cId="1927286308" sldId="264"/>
            <ac:spMk id="94" creationId="{BA219372-F1A6-5F10-9CCD-16FFBC4922F3}"/>
          </ac:spMkLst>
        </pc:spChg>
        <pc:spChg chg="mod">
          <ac:chgData name="Ayman Sadek" userId="752c5ff3-fa6e-41ca-8b19-8aac695725de" providerId="ADAL" clId="{EF81DB0A-59DE-40B7-A744-9E0F57A6E50D}" dt="2024-05-31T09:39:02.979" v="2033" actId="14100"/>
          <ac:spMkLst>
            <pc:docMk/>
            <pc:sldMk cId="1927286308" sldId="264"/>
            <ac:spMk id="95" creationId="{07482326-060A-50BB-8FA6-B53F58C3A61A}"/>
          </ac:spMkLst>
        </pc:spChg>
        <pc:spChg chg="mod">
          <ac:chgData name="Ayman Sadek" userId="752c5ff3-fa6e-41ca-8b19-8aac695725de" providerId="ADAL" clId="{EF81DB0A-59DE-40B7-A744-9E0F57A6E50D}" dt="2024-05-31T09:36:40.745" v="1850" actId="1038"/>
          <ac:spMkLst>
            <pc:docMk/>
            <pc:sldMk cId="1927286308" sldId="264"/>
            <ac:spMk id="96" creationId="{B014BD31-EB64-B5D8-A4FE-BDC6F123A120}"/>
          </ac:spMkLst>
        </pc:spChg>
        <pc:spChg chg="mod">
          <ac:chgData name="Ayman Sadek" userId="752c5ff3-fa6e-41ca-8b19-8aac695725de" providerId="ADAL" clId="{EF81DB0A-59DE-40B7-A744-9E0F57A6E50D}" dt="2024-05-31T09:41:00.601" v="2141" actId="1038"/>
          <ac:spMkLst>
            <pc:docMk/>
            <pc:sldMk cId="1927286308" sldId="264"/>
            <ac:spMk id="97" creationId="{91D2F49B-AD12-7857-DFA4-5FC732CBBCCD}"/>
          </ac:spMkLst>
        </pc:spChg>
        <pc:spChg chg="mod">
          <ac:chgData name="Ayman Sadek" userId="752c5ff3-fa6e-41ca-8b19-8aac695725de" providerId="ADAL" clId="{EF81DB0A-59DE-40B7-A744-9E0F57A6E50D}" dt="2024-05-31T09:37:24.852" v="1895" actId="1038"/>
          <ac:spMkLst>
            <pc:docMk/>
            <pc:sldMk cId="1927286308" sldId="264"/>
            <ac:spMk id="98" creationId="{D2112913-E525-BC02-4F49-668BEDF23418}"/>
          </ac:spMkLst>
        </pc:spChg>
        <pc:spChg chg="mod">
          <ac:chgData name="Ayman Sadek" userId="752c5ff3-fa6e-41ca-8b19-8aac695725de" providerId="ADAL" clId="{EF81DB0A-59DE-40B7-A744-9E0F57A6E50D}" dt="2024-05-31T09:41:59.419" v="2182" actId="208"/>
          <ac:spMkLst>
            <pc:docMk/>
            <pc:sldMk cId="1927286308" sldId="264"/>
            <ac:spMk id="99" creationId="{18A88760-BD47-735B-BBA1-FA4F4FAF6B36}"/>
          </ac:spMkLst>
        </pc:spChg>
        <pc:spChg chg="mod">
          <ac:chgData name="Ayman Sadek" userId="752c5ff3-fa6e-41ca-8b19-8aac695725de" providerId="ADAL" clId="{EF81DB0A-59DE-40B7-A744-9E0F57A6E50D}" dt="2024-05-31T09:44:27.303" v="2218" actId="164"/>
          <ac:spMkLst>
            <pc:docMk/>
            <pc:sldMk cId="1927286308" sldId="264"/>
            <ac:spMk id="109" creationId="{D6F32C09-39C1-4A5E-BED4-A6E33D192DD6}"/>
          </ac:spMkLst>
        </pc:spChg>
        <pc:grpChg chg="add mod">
          <ac:chgData name="Ayman Sadek" userId="752c5ff3-fa6e-41ca-8b19-8aac695725de" providerId="ADAL" clId="{EF81DB0A-59DE-40B7-A744-9E0F57A6E50D}" dt="2024-05-31T09:44:27.303" v="2218" actId="164"/>
          <ac:grpSpMkLst>
            <pc:docMk/>
            <pc:sldMk cId="1927286308" sldId="264"/>
            <ac:grpSpMk id="82" creationId="{8B881EE9-8CEE-733C-C3AB-727871701061}"/>
          </ac:grpSpMkLst>
        </pc:grpChg>
        <pc:cxnChg chg="mod">
          <ac:chgData name="Ayman Sadek" userId="752c5ff3-fa6e-41ca-8b19-8aac695725de" providerId="ADAL" clId="{EF81DB0A-59DE-40B7-A744-9E0F57A6E50D}" dt="2024-05-31T09:44:47.849" v="2239" actId="1037"/>
          <ac:cxnSpMkLst>
            <pc:docMk/>
            <pc:sldMk cId="1927286308" sldId="264"/>
            <ac:cxnSpMk id="21" creationId="{4F5A213F-25C9-2E67-AF94-7F77BA0FE5B7}"/>
          </ac:cxnSpMkLst>
        </pc:cxnChg>
        <pc:cxnChg chg="add mod">
          <ac:chgData name="Ayman Sadek" userId="752c5ff3-fa6e-41ca-8b19-8aac695725de" providerId="ADAL" clId="{EF81DB0A-59DE-40B7-A744-9E0F57A6E50D}" dt="2024-05-31T09:39:53.762" v="2058" actId="1038"/>
          <ac:cxnSpMkLst>
            <pc:docMk/>
            <pc:sldMk cId="1927286308" sldId="264"/>
            <ac:cxnSpMk id="25" creationId="{78FC2BEF-6E2C-C777-DBA1-61C19D03A872}"/>
          </ac:cxnSpMkLst>
        </pc:cxnChg>
        <pc:cxnChg chg="add mod">
          <ac:chgData name="Ayman Sadek" userId="752c5ff3-fa6e-41ca-8b19-8aac695725de" providerId="ADAL" clId="{EF81DB0A-59DE-40B7-A744-9E0F57A6E50D}" dt="2024-05-31T09:38:52.169" v="2030" actId="1035"/>
          <ac:cxnSpMkLst>
            <pc:docMk/>
            <pc:sldMk cId="1927286308" sldId="264"/>
            <ac:cxnSpMk id="27" creationId="{E9442490-D234-21E4-5237-D45BB2128554}"/>
          </ac:cxnSpMkLst>
        </pc:cxnChg>
        <pc:cxnChg chg="mod">
          <ac:chgData name="Ayman Sadek" userId="752c5ff3-fa6e-41ca-8b19-8aac695725de" providerId="ADAL" clId="{EF81DB0A-59DE-40B7-A744-9E0F57A6E50D}" dt="2024-05-31T09:44:27.303" v="2218" actId="164"/>
          <ac:cxnSpMkLst>
            <pc:docMk/>
            <pc:sldMk cId="1927286308" sldId="264"/>
            <ac:cxnSpMk id="28" creationId="{0416FFA4-249C-251F-3F21-A55E84A49C5D}"/>
          </ac:cxnSpMkLst>
        </pc:cxnChg>
        <pc:cxnChg chg="add mod">
          <ac:chgData name="Ayman Sadek" userId="752c5ff3-fa6e-41ca-8b19-8aac695725de" providerId="ADAL" clId="{EF81DB0A-59DE-40B7-A744-9E0F57A6E50D}" dt="2024-05-31T09:39:02.979" v="2033" actId="14100"/>
          <ac:cxnSpMkLst>
            <pc:docMk/>
            <pc:sldMk cId="1927286308" sldId="264"/>
            <ac:cxnSpMk id="31" creationId="{ED55D91F-D173-FE64-06D1-B9C8C9B30D8E}"/>
          </ac:cxnSpMkLst>
        </pc:cxnChg>
        <pc:cxnChg chg="add mod">
          <ac:chgData name="Ayman Sadek" userId="752c5ff3-fa6e-41ca-8b19-8aac695725de" providerId="ADAL" clId="{EF81DB0A-59DE-40B7-A744-9E0F57A6E50D}" dt="2024-05-31T09:44:47.849" v="2239" actId="1037"/>
          <ac:cxnSpMkLst>
            <pc:docMk/>
            <pc:sldMk cId="1927286308" sldId="264"/>
            <ac:cxnSpMk id="32" creationId="{B516C82F-7C51-075E-1165-61C83C121B22}"/>
          </ac:cxnSpMkLst>
        </pc:cxnChg>
        <pc:cxnChg chg="mod">
          <ac:chgData name="Ayman Sadek" userId="752c5ff3-fa6e-41ca-8b19-8aac695725de" providerId="ADAL" clId="{EF81DB0A-59DE-40B7-A744-9E0F57A6E50D}" dt="2024-05-31T09:44:47.849" v="2239" actId="1037"/>
          <ac:cxnSpMkLst>
            <pc:docMk/>
            <pc:sldMk cId="1927286308" sldId="264"/>
            <ac:cxnSpMk id="34" creationId="{567C04D9-7660-9D00-09F8-6884B6BAAE7C}"/>
          </ac:cxnSpMkLst>
        </pc:cxnChg>
        <pc:cxnChg chg="mod">
          <ac:chgData name="Ayman Sadek" userId="752c5ff3-fa6e-41ca-8b19-8aac695725de" providerId="ADAL" clId="{EF81DB0A-59DE-40B7-A744-9E0F57A6E50D}" dt="2024-05-31T09:39:38.040" v="2045" actId="14100"/>
          <ac:cxnSpMkLst>
            <pc:docMk/>
            <pc:sldMk cId="1927286308" sldId="264"/>
            <ac:cxnSpMk id="43" creationId="{1D2FA19F-A36F-B3D9-A6DC-D1E6DD400A14}"/>
          </ac:cxnSpMkLst>
        </pc:cxnChg>
        <pc:cxnChg chg="mod">
          <ac:chgData name="Ayman Sadek" userId="752c5ff3-fa6e-41ca-8b19-8aac695725de" providerId="ADAL" clId="{EF81DB0A-59DE-40B7-A744-9E0F57A6E50D}" dt="2024-05-31T09:39:40.857" v="2046" actId="14100"/>
          <ac:cxnSpMkLst>
            <pc:docMk/>
            <pc:sldMk cId="1927286308" sldId="264"/>
            <ac:cxnSpMk id="46" creationId="{F63EB951-03DB-B999-A954-DB461B761B49}"/>
          </ac:cxnSpMkLst>
        </pc:cxnChg>
        <pc:cxnChg chg="mod">
          <ac:chgData name="Ayman Sadek" userId="752c5ff3-fa6e-41ca-8b19-8aac695725de" providerId="ADAL" clId="{EF81DB0A-59DE-40B7-A744-9E0F57A6E50D}" dt="2024-05-31T09:39:48.233" v="2048" actId="14100"/>
          <ac:cxnSpMkLst>
            <pc:docMk/>
            <pc:sldMk cId="1927286308" sldId="264"/>
            <ac:cxnSpMk id="49" creationId="{4F3EA327-B434-BA4F-24B2-CD7B6092804F}"/>
          </ac:cxnSpMkLst>
        </pc:cxnChg>
        <pc:cxnChg chg="mod">
          <ac:chgData name="Ayman Sadek" userId="752c5ff3-fa6e-41ca-8b19-8aac695725de" providerId="ADAL" clId="{EF81DB0A-59DE-40B7-A744-9E0F57A6E50D}" dt="2024-05-31T09:44:47.849" v="2239" actId="1037"/>
          <ac:cxnSpMkLst>
            <pc:docMk/>
            <pc:sldMk cId="1927286308" sldId="264"/>
            <ac:cxnSpMk id="52" creationId="{16AE9D6C-7939-886F-6C47-A78A6842F917}"/>
          </ac:cxnSpMkLst>
        </pc:cxnChg>
        <pc:cxnChg chg="mod">
          <ac:chgData name="Ayman Sadek" userId="752c5ff3-fa6e-41ca-8b19-8aac695725de" providerId="ADAL" clId="{EF81DB0A-59DE-40B7-A744-9E0F57A6E50D}" dt="2024-05-31T09:42:18.816" v="2190" actId="14100"/>
          <ac:cxnSpMkLst>
            <pc:docMk/>
            <pc:sldMk cId="1927286308" sldId="264"/>
            <ac:cxnSpMk id="66" creationId="{DD7F4828-0BF0-D200-CC21-BE3CBDAF6518}"/>
          </ac:cxnSpMkLst>
        </pc:cxnChg>
        <pc:cxnChg chg="add mod">
          <ac:chgData name="Ayman Sadek" userId="752c5ff3-fa6e-41ca-8b19-8aac695725de" providerId="ADAL" clId="{EF81DB0A-59DE-40B7-A744-9E0F57A6E50D}" dt="2024-05-31T09:42:23.234" v="2191" actId="14100"/>
          <ac:cxnSpMkLst>
            <pc:docMk/>
            <pc:sldMk cId="1927286308" sldId="264"/>
            <ac:cxnSpMk id="68" creationId="{E744E6B0-1F58-18D7-0996-83C350F802EA}"/>
          </ac:cxnSpMkLst>
        </pc:cxnChg>
        <pc:cxnChg chg="del">
          <ac:chgData name="Ayman Sadek" userId="752c5ff3-fa6e-41ca-8b19-8aac695725de" providerId="ADAL" clId="{EF81DB0A-59DE-40B7-A744-9E0F57A6E50D}" dt="2024-05-31T09:43:31.089" v="2195" actId="478"/>
          <ac:cxnSpMkLst>
            <pc:docMk/>
            <pc:sldMk cId="1927286308" sldId="264"/>
            <ac:cxnSpMk id="74" creationId="{3FE6BDCB-CEBC-3541-A0B8-AF961F9A9716}"/>
          </ac:cxnSpMkLst>
        </pc:cxnChg>
        <pc:cxnChg chg="mod">
          <ac:chgData name="Ayman Sadek" userId="752c5ff3-fa6e-41ca-8b19-8aac695725de" providerId="ADAL" clId="{EF81DB0A-59DE-40B7-A744-9E0F57A6E50D}" dt="2024-05-31T09:41:00.601" v="2141" actId="1038"/>
          <ac:cxnSpMkLst>
            <pc:docMk/>
            <pc:sldMk cId="1927286308" sldId="264"/>
            <ac:cxnSpMk id="100" creationId="{1BF6BDBC-32E7-B19E-C08C-FE7B58F3E651}"/>
          </ac:cxnSpMkLst>
        </pc:cxnChg>
      </pc:sldChg>
      <pc:sldChg chg="add">
        <pc:chgData name="Ayman Sadek" userId="752c5ff3-fa6e-41ca-8b19-8aac695725de" providerId="ADAL" clId="{EF81DB0A-59DE-40B7-A744-9E0F57A6E50D}" dt="2024-05-30T12:50:28.010" v="271"/>
        <pc:sldMkLst>
          <pc:docMk/>
          <pc:sldMk cId="2694770738" sldId="440"/>
        </pc:sldMkLst>
      </pc:sldChg>
      <pc:sldChg chg="delSp modSp add mod ord modNotesTx">
        <pc:chgData name="Ayman Sadek" userId="752c5ff3-fa6e-41ca-8b19-8aac695725de" providerId="ADAL" clId="{EF81DB0A-59DE-40B7-A744-9E0F57A6E50D}" dt="2024-05-31T09:27:10.322" v="1544" actId="14100"/>
        <pc:sldMkLst>
          <pc:docMk/>
          <pc:sldMk cId="175591812" sldId="441"/>
        </pc:sldMkLst>
        <pc:spChg chg="mod">
          <ac:chgData name="Ayman Sadek" userId="752c5ff3-fa6e-41ca-8b19-8aac695725de" providerId="ADAL" clId="{EF81DB0A-59DE-40B7-A744-9E0F57A6E50D}" dt="2024-05-31T09:27:10.322" v="1544" actId="14100"/>
          <ac:spMkLst>
            <pc:docMk/>
            <pc:sldMk cId="175591812" sldId="441"/>
            <ac:spMk id="4" creationId="{BFFCC51E-1AD5-4313-BE3F-541D24AFDE76}"/>
          </ac:spMkLst>
        </pc:spChg>
        <pc:spChg chg="mod">
          <ac:chgData name="Ayman Sadek" userId="752c5ff3-fa6e-41ca-8b19-8aac695725de" providerId="ADAL" clId="{EF81DB0A-59DE-40B7-A744-9E0F57A6E50D}" dt="2024-05-31T09:26:56.432" v="1538" actId="14100"/>
          <ac:spMkLst>
            <pc:docMk/>
            <pc:sldMk cId="175591812" sldId="441"/>
            <ac:spMk id="6" creationId="{0A002C74-C613-988E-376D-19585D129EF1}"/>
          </ac:spMkLst>
        </pc:spChg>
        <pc:picChg chg="del">
          <ac:chgData name="Ayman Sadek" userId="752c5ff3-fa6e-41ca-8b19-8aac695725de" providerId="ADAL" clId="{EF81DB0A-59DE-40B7-A744-9E0F57A6E50D}" dt="2024-05-31T09:23:20.837" v="1441" actId="478"/>
          <ac:picMkLst>
            <pc:docMk/>
            <pc:sldMk cId="175591812" sldId="441"/>
            <ac:picMk id="5" creationId="{FFD1E646-62C0-67BB-B97C-1FE2EDFF745E}"/>
          </ac:picMkLst>
        </pc:picChg>
      </pc:sldChg>
      <pc:sldChg chg="delSp modSp add del mod ord modNotesTx">
        <pc:chgData name="Ayman Sadek" userId="752c5ff3-fa6e-41ca-8b19-8aac695725de" providerId="ADAL" clId="{EF81DB0A-59DE-40B7-A744-9E0F57A6E50D}" dt="2024-05-30T17:54:41.900" v="1178" actId="2696"/>
        <pc:sldMkLst>
          <pc:docMk/>
          <pc:sldMk cId="2364966841" sldId="441"/>
        </pc:sldMkLst>
        <pc:spChg chg="mod">
          <ac:chgData name="Ayman Sadek" userId="752c5ff3-fa6e-41ca-8b19-8aac695725de" providerId="ADAL" clId="{EF81DB0A-59DE-40B7-A744-9E0F57A6E50D}" dt="2024-05-30T14:41:19.138" v="936" actId="14100"/>
          <ac:spMkLst>
            <pc:docMk/>
            <pc:sldMk cId="2364966841" sldId="441"/>
            <ac:spMk id="6" creationId="{0A002C74-C613-988E-376D-19585D129EF1}"/>
          </ac:spMkLst>
        </pc:spChg>
        <pc:spChg chg="mod">
          <ac:chgData name="Ayman Sadek" userId="752c5ff3-fa6e-41ca-8b19-8aac695725de" providerId="ADAL" clId="{EF81DB0A-59DE-40B7-A744-9E0F57A6E50D}" dt="2024-05-30T14:42:10.922" v="959"/>
          <ac:spMkLst>
            <pc:docMk/>
            <pc:sldMk cId="2364966841" sldId="441"/>
            <ac:spMk id="27" creationId="{485CB998-A683-7212-62EB-72FC1212229B}"/>
          </ac:spMkLst>
        </pc:spChg>
        <pc:spChg chg="mod">
          <ac:chgData name="Ayman Sadek" userId="752c5ff3-fa6e-41ca-8b19-8aac695725de" providerId="ADAL" clId="{EF81DB0A-59DE-40B7-A744-9E0F57A6E50D}" dt="2024-05-30T14:41:49.528" v="951" actId="14100"/>
          <ac:spMkLst>
            <pc:docMk/>
            <pc:sldMk cId="2364966841" sldId="441"/>
            <ac:spMk id="28" creationId="{984C440C-089C-2738-FF81-7458735D3334}"/>
          </ac:spMkLst>
        </pc:spChg>
        <pc:spChg chg="mod">
          <ac:chgData name="Ayman Sadek" userId="752c5ff3-fa6e-41ca-8b19-8aac695725de" providerId="ADAL" clId="{EF81DB0A-59DE-40B7-A744-9E0F57A6E50D}" dt="2024-05-30T14:42:00.610" v="958" actId="14100"/>
          <ac:spMkLst>
            <pc:docMk/>
            <pc:sldMk cId="2364966841" sldId="441"/>
            <ac:spMk id="29" creationId="{16ABD6FD-9253-16C5-D363-8B4E7B8783B7}"/>
          </ac:spMkLst>
        </pc:spChg>
        <pc:spChg chg="mod">
          <ac:chgData name="Ayman Sadek" userId="752c5ff3-fa6e-41ca-8b19-8aac695725de" providerId="ADAL" clId="{EF81DB0A-59DE-40B7-A744-9E0F57A6E50D}" dt="2024-05-30T14:42:32.634" v="965" actId="14100"/>
          <ac:spMkLst>
            <pc:docMk/>
            <pc:sldMk cId="2364966841" sldId="441"/>
            <ac:spMk id="58" creationId="{AA88175B-5786-3832-99A0-4BE10BA873B9}"/>
          </ac:spMkLst>
        </pc:spChg>
        <pc:picChg chg="del mod ord">
          <ac:chgData name="Ayman Sadek" userId="752c5ff3-fa6e-41ca-8b19-8aac695725de" providerId="ADAL" clId="{EF81DB0A-59DE-40B7-A744-9E0F57A6E50D}" dt="2024-05-30T17:54:35.284" v="1177" actId="478"/>
          <ac:picMkLst>
            <pc:docMk/>
            <pc:sldMk cId="2364966841" sldId="441"/>
            <ac:picMk id="3" creationId="{0BDB9709-00A5-165B-4BF7-8C2C9BF99B68}"/>
          </ac:picMkLst>
        </pc:picChg>
        <pc:picChg chg="del">
          <ac:chgData name="Ayman Sadek" userId="752c5ff3-fa6e-41ca-8b19-8aac695725de" providerId="ADAL" clId="{EF81DB0A-59DE-40B7-A744-9E0F57A6E50D}" dt="2024-05-30T14:38:56.949" v="850" actId="478"/>
          <ac:picMkLst>
            <pc:docMk/>
            <pc:sldMk cId="2364966841" sldId="441"/>
            <ac:picMk id="16" creationId="{A480F331-ABDF-4522-5308-BD649F6C6313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324369-2452-45BD-824B-7CE91F2812EF}" type="datetimeFigureOut">
              <a:rPr lang="en-GB" smtClean="0"/>
              <a:t>31/05/2024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32CAB0-7197-456F-8987-EDB8EF0D706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526080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32CAB0-7197-456F-8987-EDB8EF0D7067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074394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Idfs</a:t>
            </a:r>
            <a:r>
              <a:rPr lang="en-US" dirty="0"/>
              <a:t> = edss0</a:t>
            </a:r>
          </a:p>
          <a:p>
            <a:r>
              <a:rPr lang="en-US" dirty="0"/>
              <a:t>Early BC = RRMS 1-9</a:t>
            </a:r>
          </a:p>
          <a:p>
            <a:r>
              <a:rPr lang="en-US" dirty="0"/>
              <a:t>Remission = RRMS to SPMS</a:t>
            </a:r>
          </a:p>
          <a:p>
            <a:r>
              <a:rPr lang="en-US" dirty="0" err="1"/>
              <a:t>eBC</a:t>
            </a:r>
            <a:r>
              <a:rPr lang="en-US" dirty="0"/>
              <a:t> to </a:t>
            </a:r>
            <a:r>
              <a:rPr lang="en-US" dirty="0" err="1"/>
              <a:t>mBC</a:t>
            </a:r>
            <a:r>
              <a:rPr lang="en-US" dirty="0"/>
              <a:t> = RRMS to SPMS</a:t>
            </a:r>
          </a:p>
          <a:p>
            <a:r>
              <a:rPr lang="en-US" dirty="0"/>
              <a:t>Recurrence = conversion</a:t>
            </a:r>
          </a:p>
          <a:p>
            <a:r>
              <a:rPr lang="en-US" dirty="0"/>
              <a:t>Metastatic BC = SPMS 1-9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32CAB0-7197-456F-8987-EDB8EF0D7067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7708896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 err="1"/>
              <a:t>Idfs</a:t>
            </a:r>
            <a:r>
              <a:rPr lang="en-US" sz="1200" dirty="0"/>
              <a:t> = edss0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 err="1">
                <a:solidFill>
                  <a:schemeClr val="tx1"/>
                </a:solidFill>
              </a:rPr>
              <a:t>ttot.early</a:t>
            </a:r>
            <a:r>
              <a:rPr lang="en-GB" sz="1200" dirty="0">
                <a:solidFill>
                  <a:schemeClr val="tx1"/>
                </a:solidFill>
              </a:rPr>
              <a:t> = delete?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 err="1">
                <a:solidFill>
                  <a:schemeClr val="tx1"/>
                </a:solidFill>
                <a:highlight>
                  <a:srgbClr val="FFFF00"/>
                </a:highlight>
              </a:rPr>
              <a:t>ttot.beva</a:t>
            </a:r>
            <a:r>
              <a:rPr lang="en-US" sz="1200" dirty="0">
                <a:solidFill>
                  <a:schemeClr val="tx1"/>
                </a:solidFill>
                <a:highlight>
                  <a:srgbClr val="FFFF00"/>
                </a:highlight>
              </a:rPr>
              <a:t> = </a:t>
            </a:r>
            <a:r>
              <a:rPr lang="en-GB" sz="1200" dirty="0">
                <a:solidFill>
                  <a:schemeClr val="tx1"/>
                </a:solidFill>
              </a:rPr>
              <a:t>ttot.int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 err="1">
                <a:solidFill>
                  <a:schemeClr val="tx1"/>
                </a:solidFill>
              </a:rPr>
              <a:t>os.early</a:t>
            </a:r>
            <a:r>
              <a:rPr lang="en-GB" sz="1200" dirty="0">
                <a:solidFill>
                  <a:schemeClr val="tx1"/>
                </a:solidFill>
              </a:rPr>
              <a:t> = </a:t>
            </a:r>
            <a:r>
              <a:rPr lang="en-GB" sz="1200" dirty="0" err="1">
                <a:solidFill>
                  <a:schemeClr val="tx1"/>
                </a:solidFill>
                <a:highlight>
                  <a:srgbClr val="FFFF00"/>
                </a:highlight>
              </a:rPr>
              <a:t>nat.mort</a:t>
            </a:r>
            <a:endParaRPr lang="en-GB" sz="1200" dirty="0">
              <a:solidFill>
                <a:schemeClr val="tx1"/>
              </a:solidFill>
              <a:highlight>
                <a:srgbClr val="FFFF00"/>
              </a:highlight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200" dirty="0">
                <a:solidFill>
                  <a:schemeClr val="tx1"/>
                </a:solidFill>
                <a:highlight>
                  <a:srgbClr val="FFFF00"/>
                </a:highlight>
              </a:rPr>
              <a:t>remission = rr2sp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200" dirty="0">
                <a:solidFill>
                  <a:schemeClr val="tx1"/>
                </a:solidFill>
                <a:highlight>
                  <a:srgbClr val="FFFF00"/>
                </a:highlight>
              </a:rPr>
              <a:t>recurrence = </a:t>
            </a:r>
            <a:r>
              <a:rPr lang="en-GB" sz="1200" dirty="0" err="1">
                <a:solidFill>
                  <a:schemeClr val="tx1"/>
                </a:solidFill>
                <a:highlight>
                  <a:srgbClr val="FFFF00"/>
                </a:highlight>
              </a:rPr>
              <a:t>start.sp</a:t>
            </a:r>
            <a:endParaRPr lang="en-GB" sz="1200" dirty="0">
              <a:solidFill>
                <a:schemeClr val="tx1"/>
              </a:solidFill>
              <a:highlight>
                <a:srgbClr val="FFFF00"/>
              </a:highlight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200" dirty="0" err="1">
                <a:solidFill>
                  <a:schemeClr val="tx1"/>
                </a:solidFill>
                <a:highlight>
                  <a:srgbClr val="FFFF00"/>
                </a:highlight>
              </a:rPr>
              <a:t>nat.os</a:t>
            </a:r>
            <a:r>
              <a:rPr lang="en-GB" sz="1200" dirty="0">
                <a:solidFill>
                  <a:schemeClr val="tx1"/>
                </a:solidFill>
                <a:highlight>
                  <a:srgbClr val="FFFF00"/>
                </a:highlight>
              </a:rPr>
              <a:t> = </a:t>
            </a:r>
            <a:r>
              <a:rPr lang="en-GB" sz="1200" dirty="0" err="1">
                <a:solidFill>
                  <a:schemeClr val="tx1"/>
                </a:solidFill>
                <a:highlight>
                  <a:srgbClr val="FFFF00"/>
                </a:highlight>
              </a:rPr>
              <a:t>nat.mort</a:t>
            </a:r>
            <a:endParaRPr lang="en-GB" sz="1200" dirty="0">
              <a:solidFill>
                <a:schemeClr val="tx1"/>
              </a:solidFill>
              <a:highlight>
                <a:srgbClr val="FFFF00"/>
              </a:highlight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200" dirty="0" err="1">
                <a:solidFill>
                  <a:schemeClr val="tx1"/>
                </a:solidFill>
                <a:highlight>
                  <a:srgbClr val="FFFF00"/>
                </a:highlight>
              </a:rPr>
              <a:t>start.early.mbc</a:t>
            </a:r>
            <a:r>
              <a:rPr lang="en-GB" sz="1200" dirty="0">
                <a:solidFill>
                  <a:schemeClr val="tx1"/>
                </a:solidFill>
                <a:highlight>
                  <a:srgbClr val="FFFF00"/>
                </a:highlight>
              </a:rPr>
              <a:t> = </a:t>
            </a:r>
            <a:r>
              <a:rPr lang="en-GB" sz="1200" dirty="0" err="1">
                <a:solidFill>
                  <a:schemeClr val="tx1"/>
                </a:solidFill>
                <a:highlight>
                  <a:srgbClr val="FFFF00"/>
                </a:highlight>
              </a:rPr>
              <a:t>start.rr</a:t>
            </a:r>
            <a:endParaRPr lang="en-GB" sz="1200" dirty="0">
              <a:solidFill>
                <a:schemeClr val="tx1"/>
              </a:solidFill>
              <a:highlight>
                <a:srgbClr val="FFFF00"/>
              </a:highlight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200" dirty="0" err="1">
                <a:solidFill>
                  <a:schemeClr val="tx1"/>
                </a:solidFill>
                <a:highlight>
                  <a:srgbClr val="FFFF00"/>
                </a:highlight>
              </a:rPr>
              <a:t>os.mbc</a:t>
            </a:r>
            <a:r>
              <a:rPr lang="en-GB" sz="1200" dirty="0">
                <a:solidFill>
                  <a:schemeClr val="tx1"/>
                </a:solidFill>
                <a:highlight>
                  <a:srgbClr val="FFFF00"/>
                </a:highlight>
              </a:rPr>
              <a:t> = </a:t>
            </a:r>
            <a:r>
              <a:rPr lang="en-GB" sz="1200" dirty="0">
                <a:solidFill>
                  <a:schemeClr val="tx1"/>
                </a:solidFill>
              </a:rPr>
              <a:t>delete?</a:t>
            </a:r>
            <a:endParaRPr lang="en-GB" sz="1200" dirty="0">
              <a:solidFill>
                <a:schemeClr val="tx1"/>
              </a:solidFill>
              <a:highlight>
                <a:srgbClr val="FFFF00"/>
              </a:highlight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200" dirty="0" err="1">
                <a:solidFill>
                  <a:schemeClr val="tx1"/>
                </a:solidFill>
                <a:highlight>
                  <a:srgbClr val="FFFF00"/>
                </a:highlight>
              </a:rPr>
              <a:t>progression.mbc</a:t>
            </a:r>
            <a:r>
              <a:rPr lang="en-GB" sz="1200" dirty="0">
                <a:solidFill>
                  <a:schemeClr val="tx1"/>
                </a:solidFill>
                <a:highlight>
                  <a:srgbClr val="FFFF00"/>
                </a:highlight>
              </a:rPr>
              <a:t> = </a:t>
            </a:r>
            <a:r>
              <a:rPr lang="en-GB" sz="1200" dirty="0" err="1">
                <a:solidFill>
                  <a:schemeClr val="tx1"/>
                </a:solidFill>
                <a:highlight>
                  <a:srgbClr val="FFFF00"/>
                </a:highlight>
              </a:rPr>
              <a:t>progression.rr</a:t>
            </a:r>
            <a:r>
              <a:rPr lang="en-GB" sz="1200" dirty="0">
                <a:solidFill>
                  <a:schemeClr val="tx1"/>
                </a:solidFill>
                <a:highlight>
                  <a:srgbClr val="FFFF00"/>
                </a:highlight>
              </a:rPr>
              <a:t>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200" dirty="0" err="1">
                <a:solidFill>
                  <a:schemeClr val="tx1"/>
                </a:solidFill>
                <a:highlight>
                  <a:srgbClr val="FFFF00"/>
                </a:highlight>
              </a:rPr>
              <a:t>progression.mbc</a:t>
            </a:r>
            <a:r>
              <a:rPr lang="en-GB" sz="1200" dirty="0">
                <a:solidFill>
                  <a:schemeClr val="tx1"/>
                </a:solidFill>
                <a:highlight>
                  <a:srgbClr val="FFFF00"/>
                </a:highlight>
              </a:rPr>
              <a:t> = </a:t>
            </a:r>
            <a:r>
              <a:rPr lang="en-GB" sz="1200" dirty="0" err="1">
                <a:solidFill>
                  <a:schemeClr val="tx1"/>
                </a:solidFill>
                <a:highlight>
                  <a:srgbClr val="FFFF00"/>
                </a:highlight>
              </a:rPr>
              <a:t>progression.sp</a:t>
            </a:r>
            <a:endParaRPr lang="en-GB" sz="1200" dirty="0">
              <a:solidFill>
                <a:schemeClr val="tx1"/>
              </a:solidFill>
              <a:highlight>
                <a:srgbClr val="FFFF00"/>
              </a:highlight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200" dirty="0" err="1">
                <a:solidFill>
                  <a:schemeClr val="tx1"/>
                </a:solidFill>
                <a:highlight>
                  <a:srgbClr val="FFFF00"/>
                </a:highlight>
              </a:rPr>
              <a:t>ttot</a:t>
            </a:r>
            <a:r>
              <a:rPr lang="en-GB" sz="1200" dirty="0">
                <a:solidFill>
                  <a:schemeClr val="tx1"/>
                </a:solidFill>
                <a:highlight>
                  <a:srgbClr val="FFFF00"/>
                </a:highlight>
              </a:rPr>
              <a:t> = </a:t>
            </a:r>
            <a:r>
              <a:rPr lang="en-GB" sz="1200" dirty="0" err="1">
                <a:solidFill>
                  <a:schemeClr val="tx1"/>
                </a:solidFill>
                <a:highlight>
                  <a:srgbClr val="FFFF00"/>
                </a:highlight>
              </a:rPr>
              <a:t>ttot.rr</a:t>
            </a:r>
            <a:endParaRPr lang="en-GB" sz="1200" dirty="0">
              <a:solidFill>
                <a:schemeClr val="tx1"/>
              </a:solidFill>
              <a:highlight>
                <a:srgbClr val="FFFF00"/>
              </a:highlight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200" dirty="0" err="1">
                <a:solidFill>
                  <a:schemeClr val="tx1"/>
                </a:solidFill>
                <a:highlight>
                  <a:srgbClr val="FFFF00"/>
                </a:highlight>
              </a:rPr>
              <a:t>tott</a:t>
            </a:r>
            <a:r>
              <a:rPr lang="en-GB" sz="1200" dirty="0">
                <a:solidFill>
                  <a:schemeClr val="tx1"/>
                </a:solidFill>
                <a:highlight>
                  <a:srgbClr val="FFFF00"/>
                </a:highlight>
              </a:rPr>
              <a:t> = </a:t>
            </a:r>
            <a:r>
              <a:rPr lang="en-GB" sz="1200" dirty="0" err="1">
                <a:solidFill>
                  <a:schemeClr val="tx1"/>
                </a:solidFill>
                <a:highlight>
                  <a:srgbClr val="FFFF00"/>
                </a:highlight>
              </a:rPr>
              <a:t>tott.sp</a:t>
            </a:r>
            <a:endParaRPr lang="en-GB" sz="1200" dirty="0">
              <a:solidFill>
                <a:schemeClr val="tx1"/>
              </a:solidFill>
              <a:highlight>
                <a:srgbClr val="FFFF00"/>
              </a:highlight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200" dirty="0" err="1">
                <a:solidFill>
                  <a:schemeClr val="tx1"/>
                </a:solidFill>
                <a:highlight>
                  <a:srgbClr val="FFFF00"/>
                </a:highlight>
              </a:rPr>
              <a:t>os</a:t>
            </a:r>
            <a:r>
              <a:rPr lang="en-GB" sz="1200" dirty="0">
                <a:solidFill>
                  <a:schemeClr val="tx1"/>
                </a:solidFill>
                <a:highlight>
                  <a:srgbClr val="FFFF00"/>
                </a:highlight>
              </a:rPr>
              <a:t> = death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sz="1200" dirty="0">
              <a:solidFill>
                <a:schemeClr val="tx1"/>
              </a:solidFill>
              <a:highlight>
                <a:srgbClr val="FFFF00"/>
              </a:highlight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dirty="0"/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32CAB0-7197-456F-8987-EDB8EF0D7067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339503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idfs</a:t>
            </a:r>
            <a:r>
              <a:rPr lang="en-US" dirty="0"/>
              <a:t> = edss0</a:t>
            </a:r>
          </a:p>
          <a:p>
            <a:r>
              <a:rPr lang="en-US" dirty="0" err="1"/>
              <a:t>idfs.ontx</a:t>
            </a:r>
            <a:r>
              <a:rPr lang="en-US" dirty="0"/>
              <a:t> = edss0.ontx</a:t>
            </a:r>
          </a:p>
          <a:p>
            <a:r>
              <a:rPr lang="en-US" dirty="0" err="1"/>
              <a:t>mbcs.ontx</a:t>
            </a:r>
            <a:r>
              <a:rPr lang="en-US" dirty="0"/>
              <a:t> =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 err="1">
                <a:solidFill>
                  <a:schemeClr val="tx1"/>
                </a:solidFill>
              </a:rPr>
              <a:t>mbcs.progression.mbc</a:t>
            </a:r>
            <a:r>
              <a:rPr lang="en-US" sz="1200" dirty="0">
                <a:solidFill>
                  <a:schemeClr val="tx1"/>
                </a:solidFill>
              </a:rPr>
              <a:t> =</a:t>
            </a:r>
            <a:endParaRPr lang="en-GB" sz="1200" dirty="0">
              <a:solidFill>
                <a:schemeClr val="tx1"/>
              </a:solidFill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200" dirty="0" err="1">
                <a:solidFill>
                  <a:schemeClr val="tx1"/>
                </a:solidFill>
              </a:rPr>
              <a:t>tx.beva</a:t>
            </a:r>
            <a:r>
              <a:rPr lang="en-GB" sz="1200" dirty="0">
                <a:solidFill>
                  <a:schemeClr val="tx1"/>
                </a:solidFill>
              </a:rPr>
              <a:t> =</a:t>
            </a:r>
          </a:p>
          <a:p>
            <a:r>
              <a:rPr lang="en-US" sz="1200" dirty="0" err="1">
                <a:solidFill>
                  <a:schemeClr val="tx1"/>
                </a:solidFill>
              </a:rPr>
              <a:t>mbcs</a:t>
            </a:r>
            <a:r>
              <a:rPr lang="en-US" sz="1200" dirty="0">
                <a:solidFill>
                  <a:schemeClr val="tx1"/>
                </a:solidFill>
              </a:rPr>
              <a:t> =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 err="1">
                <a:solidFill>
                  <a:schemeClr val="tx1"/>
                </a:solidFill>
              </a:rPr>
              <a:t>mbcs</a:t>
            </a:r>
            <a:r>
              <a:rPr lang="en-US" sz="1200" dirty="0">
                <a:solidFill>
                  <a:schemeClr val="tx1"/>
                </a:solidFill>
              </a:rPr>
              <a:t>. _2ndline =</a:t>
            </a:r>
            <a:endParaRPr lang="en-GB" sz="1200" dirty="0">
              <a:solidFill>
                <a:schemeClr val="tx1"/>
              </a:solidFill>
            </a:endParaRPr>
          </a:p>
          <a:p>
            <a:r>
              <a:rPr lang="en-US" sz="1200" dirty="0">
                <a:solidFill>
                  <a:schemeClr val="tx1"/>
                </a:solidFill>
              </a:rPr>
              <a:t>recurrence =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>
                <a:solidFill>
                  <a:schemeClr val="tx1"/>
                </a:solidFill>
              </a:rPr>
              <a:t>Remission 0.8 =</a:t>
            </a:r>
            <a:endParaRPr lang="en-GB" sz="1200" dirty="0">
              <a:solidFill>
                <a:schemeClr val="tx1"/>
              </a:solidFill>
            </a:endParaRPr>
          </a:p>
          <a:p>
            <a:r>
              <a:rPr lang="en-US" sz="1200" dirty="0">
                <a:solidFill>
                  <a:schemeClr val="tx1"/>
                </a:solidFill>
              </a:rPr>
              <a:t>remission =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32CAB0-7197-456F-8987-EDB8EF0D7067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354386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D48FD3-261B-E7B5-4001-899F2269DA0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3F7BEB5-1C2B-FD89-9653-0616C7DA43A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89C3B4-3F69-D37A-AFDF-3690D25618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118642-63C5-4BD5-8714-6340C4A578DE}" type="datetimeFigureOut">
              <a:rPr lang="en-GB" smtClean="0"/>
              <a:t>31/05/2024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E5ECFD-AC17-9944-AB03-1E0981C00F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40D041-8B05-BDD5-37B7-725E4128C3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9CD610-E93E-4F1D-AE35-E0838A6F2B2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947111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903A40-D64E-E88B-40E3-7B8A2B7465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C9BA56-C9BE-85CA-9450-A2DE959ECE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710E72-0FDA-7C34-6983-9312E7CD10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118642-63C5-4BD5-8714-6340C4A578DE}" type="datetimeFigureOut">
              <a:rPr lang="en-GB" smtClean="0"/>
              <a:t>31/05/2024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B05128-32CB-6735-252F-1F669F55ED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21DA6A-410E-F4F3-FCAE-9C2ABAA376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9CD610-E93E-4F1D-AE35-E0838A6F2B2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245511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A1288C-DC8B-60A8-FBCF-E7DB0D7456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2A0724-58E2-5E26-9889-84F16ADC43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0900A4-1414-CE7A-77BC-E97E86E322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118642-63C5-4BD5-8714-6340C4A578DE}" type="datetimeFigureOut">
              <a:rPr lang="en-GB" smtClean="0"/>
              <a:t>31/05/2024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E9A882-2123-EC4F-FA21-049C7E355F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505872-CCF0-3E59-C548-757551D09E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9CD610-E93E-4F1D-AE35-E0838A6F2B2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046081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647208-1A33-2F3A-2FB8-1373582D5F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B28AFA-D921-39A1-6AD3-F7120610D2C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04E8726-F759-3A12-1957-522DA68F9C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A2F9E5-EA48-E086-5E58-D2781AA17F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118642-63C5-4BD5-8714-6340C4A578DE}" type="datetimeFigureOut">
              <a:rPr lang="en-GB" smtClean="0"/>
              <a:t>31/05/2024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11618AB-0F18-FEB0-02AF-123098D4AE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DB52D6-2A2B-C0EF-526F-0BF24FB94E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9CD610-E93E-4F1D-AE35-E0838A6F2B2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025548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1A32B0-BEB3-84C8-6994-7145201BFB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52D893-CA4B-A2B3-9D20-076CD88B4D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9ED5D26-3B8B-34CB-34EA-336B2EFFAF0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45ABB1A-2F6F-2F86-6F6A-D57D9BCE162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79E706E-033F-6888-FDCB-CA08049F87F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BE68051-BB68-287A-2C5C-3B1CA76ABE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118642-63C5-4BD5-8714-6340C4A578DE}" type="datetimeFigureOut">
              <a:rPr lang="en-GB" smtClean="0"/>
              <a:t>31/05/2024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9C51E5F-BDD6-DE94-4897-400091423F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6F4EE25-9C69-228F-6FE3-F18E237E0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9CD610-E93E-4F1D-AE35-E0838A6F2B2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442918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2B3615-2AA0-D9B3-9D6D-7B2F04F8F1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CA5B117-73F3-046E-F3F7-4709936940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118642-63C5-4BD5-8714-6340C4A578DE}" type="datetimeFigureOut">
              <a:rPr lang="en-GB" smtClean="0"/>
              <a:t>31/05/2024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2956299-F264-2E5A-7796-B662F3FAFE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7349A27-D116-A273-93AA-20CD786EB8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9CD610-E93E-4F1D-AE35-E0838A6F2B2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20658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93825D2-1D23-E23A-73E4-0887484393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118642-63C5-4BD5-8714-6340C4A578DE}" type="datetimeFigureOut">
              <a:rPr lang="en-GB" smtClean="0"/>
              <a:t>31/05/2024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F779A71-EDD3-F705-EC79-5B4C891ED6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F7DF2F-E387-B9E6-C1FF-9C4EBDB915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9CD610-E93E-4F1D-AE35-E0838A6F2B2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184171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5E16F7-D805-9C76-DB64-95D3CA1E59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7A29F0-0121-7B31-C674-A312446C5D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4AEEAC0-E0C1-C6F5-1B58-90BCAA4DA97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40C5A5-2303-D34B-2E7E-797078D62E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118642-63C5-4BD5-8714-6340C4A578DE}" type="datetimeFigureOut">
              <a:rPr lang="en-GB" smtClean="0"/>
              <a:t>31/05/2024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DC00D1C-75FF-2A7C-1B4B-0DCC23121C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91D6C36-1C99-119C-B9E7-177D834457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9CD610-E93E-4F1D-AE35-E0838A6F2B2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58392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0C2D7C-5D72-9B7E-26EA-26410BC3A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AFCB4D8-C30B-6285-69E9-FED2524EF0F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32FA86D-4E2E-9A01-5316-D18B09564D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0441CB2-578A-3F86-6AB7-CBB8FAEEC0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118642-63C5-4BD5-8714-6340C4A578DE}" type="datetimeFigureOut">
              <a:rPr lang="en-GB" smtClean="0"/>
              <a:t>31/05/2024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EC81022-2EFF-8436-0994-5A6D13173C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8710AE8-F35C-5B16-F805-B983C3284A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9CD610-E93E-4F1D-AE35-E0838A6F2B2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820409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DDE257-A71D-7E74-FF04-C335C88936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5D070F2-B38D-A47A-1D0C-DCBFE50DCE0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296EB4-8497-1E28-E552-B979FC7058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118642-63C5-4BD5-8714-6340C4A578DE}" type="datetimeFigureOut">
              <a:rPr lang="en-GB" smtClean="0"/>
              <a:t>31/05/2024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454258-C9EB-F076-9F1E-DBB7666C69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777489-CE94-6F7C-A12C-FE22A9584D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9CD610-E93E-4F1D-AE35-E0838A6F2B2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947002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460C38C-2648-FF90-2D3B-DAFF5EF195D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CB46BD-303E-63B0-1878-2A304E31696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FEAB28-8161-DD96-C5ED-FA8B48F039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118642-63C5-4BD5-8714-6340C4A578DE}" type="datetimeFigureOut">
              <a:rPr lang="en-GB" smtClean="0"/>
              <a:t>31/05/2024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7EBF69-F3E6-BB93-1183-E36F002A54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B7FE65-3261-9C08-6E22-0D6C4CB6DC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9CD610-E93E-4F1D-AE35-E0838A6F2B2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792032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1EDBD3A-D7C2-5291-B2E6-524B5347E9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A2AB37-9919-D633-1740-210BFEC306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7D1B2B-3DFE-1F8B-69CC-4E6D6855BBC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B118642-63C5-4BD5-8714-6340C4A578DE}" type="datetimeFigureOut">
              <a:rPr lang="en-GB" smtClean="0"/>
              <a:t>31/05/2024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AB2E41-01D7-987A-045F-19D89341C0E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3311AF-B57D-88A2-C77A-E556B6C8515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69CD610-E93E-4F1D-AE35-E0838A6F2B2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635975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2218E8F-5F0A-5F2B-6905-2E16DA0BB19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Mapping out the EBC model</a:t>
            </a:r>
          </a:p>
          <a:p>
            <a:r>
              <a:rPr lang="en-US" dirty="0"/>
              <a:t>&amp; </a:t>
            </a:r>
          </a:p>
          <a:p>
            <a:r>
              <a:rPr lang="en-US" dirty="0"/>
              <a:t>Adapting to MS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227949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E7A8A9-C011-6EBB-E88D-2D75ACCB41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41600"/>
            <a:ext cx="10515600" cy="1325563"/>
          </a:xfrm>
        </p:spPr>
        <p:txBody>
          <a:bodyPr/>
          <a:lstStyle/>
          <a:p>
            <a:r>
              <a:rPr lang="en-US" dirty="0"/>
              <a:t>Early Breast Cancer example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406806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8A248B-4748-82FF-6B54-43289CAE9B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EBC Model diagram</a:t>
            </a:r>
            <a:endParaRPr lang="en-GB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9933FF5-CCB8-6C62-CFC5-2F45B36FAA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208" y="2127136"/>
            <a:ext cx="9625584" cy="33116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48764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3F252E-6C81-A9C4-F40C-A2D8685E1B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01805"/>
            <a:ext cx="7820023" cy="917548"/>
          </a:xfrm>
        </p:spPr>
        <p:txBody>
          <a:bodyPr/>
          <a:lstStyle/>
          <a:p>
            <a:r>
              <a:rPr lang="en-US" dirty="0"/>
              <a:t>Initial events; </a:t>
            </a:r>
            <a:r>
              <a:rPr lang="en-US" dirty="0">
                <a:highlight>
                  <a:srgbClr val="FFFF00"/>
                </a:highlight>
              </a:rPr>
              <a:t>int</a:t>
            </a:r>
            <a:r>
              <a:rPr lang="en-US" dirty="0"/>
              <a:t> &amp; no int groups</a:t>
            </a:r>
            <a:endParaRPr lang="en-GB" dirty="0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D2F51438-4A89-D4BF-03D4-06B737DF4DC5}"/>
              </a:ext>
            </a:extLst>
          </p:cNvPr>
          <p:cNvGrpSpPr/>
          <p:nvPr/>
        </p:nvGrpSpPr>
        <p:grpSpPr>
          <a:xfrm>
            <a:off x="0" y="1518897"/>
            <a:ext cx="12192000" cy="5035440"/>
            <a:chOff x="0" y="1518897"/>
            <a:chExt cx="12192000" cy="5035440"/>
          </a:xfrm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1B8CB253-27C9-6B0D-2311-EE8745B43695}"/>
                </a:ext>
              </a:extLst>
            </p:cNvPr>
            <p:cNvSpPr/>
            <p:nvPr/>
          </p:nvSpPr>
          <p:spPr>
            <a:xfrm>
              <a:off x="1519602" y="1918663"/>
              <a:ext cx="905608" cy="484554"/>
            </a:xfrm>
            <a:prstGeom prst="ellipse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 err="1">
                  <a:solidFill>
                    <a:schemeClr val="tx1"/>
                  </a:solidFill>
                </a:rPr>
                <a:t>idfs</a:t>
              </a:r>
              <a:endParaRPr lang="en-GB" sz="1400" dirty="0">
                <a:solidFill>
                  <a:schemeClr val="tx1"/>
                </a:solidFill>
              </a:endParaRPr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030DAAD8-0BAA-297E-CEFB-228E13616D17}"/>
                </a:ext>
              </a:extLst>
            </p:cNvPr>
            <p:cNvSpPr/>
            <p:nvPr/>
          </p:nvSpPr>
          <p:spPr>
            <a:xfrm>
              <a:off x="283541" y="1930397"/>
              <a:ext cx="911471" cy="484554"/>
            </a:xfrm>
            <a:prstGeom prst="ellipse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</a:rPr>
                <a:t>start</a:t>
              </a:r>
              <a:endParaRPr lang="en-GB" sz="1400" dirty="0">
                <a:solidFill>
                  <a:schemeClr val="tx1"/>
                </a:solidFill>
              </a:endParaRPr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4D2FDFB6-5684-EC24-45BD-2DB457D15F25}"/>
                </a:ext>
              </a:extLst>
            </p:cNvPr>
            <p:cNvSpPr/>
            <p:nvPr/>
          </p:nvSpPr>
          <p:spPr>
            <a:xfrm>
              <a:off x="6365001" y="3128105"/>
              <a:ext cx="1636009" cy="484554"/>
            </a:xfrm>
            <a:prstGeom prst="ellipse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 err="1">
                  <a:solidFill>
                    <a:schemeClr val="tx1"/>
                  </a:solidFill>
                </a:rPr>
                <a:t>ttot</a:t>
              </a:r>
              <a:endParaRPr lang="en-GB" sz="1400" dirty="0">
                <a:solidFill>
                  <a:schemeClr val="tx1"/>
                </a:solidFill>
              </a:endParaRPr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26CEB137-CB4C-09FA-1F96-88CF3C580E57}"/>
                </a:ext>
              </a:extLst>
            </p:cNvPr>
            <p:cNvSpPr/>
            <p:nvPr/>
          </p:nvSpPr>
          <p:spPr>
            <a:xfrm>
              <a:off x="1379161" y="3027479"/>
              <a:ext cx="1387723" cy="484554"/>
            </a:xfrm>
            <a:prstGeom prst="ellipse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 err="1">
                  <a:solidFill>
                    <a:schemeClr val="tx1"/>
                  </a:solidFill>
                  <a:highlight>
                    <a:srgbClr val="FFFF00"/>
                  </a:highlight>
                </a:rPr>
                <a:t>ttot.beva</a:t>
              </a:r>
              <a:endParaRPr lang="en-GB" sz="1400" dirty="0">
                <a:solidFill>
                  <a:schemeClr val="tx1"/>
                </a:solidFill>
                <a:highlight>
                  <a:srgbClr val="FFFF00"/>
                </a:highlight>
              </a:endParaRPr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0E21018D-D7D1-18FF-4FB9-4FF2DCB1F74C}"/>
                </a:ext>
              </a:extLst>
            </p:cNvPr>
            <p:cNvSpPr/>
            <p:nvPr/>
          </p:nvSpPr>
          <p:spPr>
            <a:xfrm>
              <a:off x="6209042" y="2578095"/>
              <a:ext cx="1791969" cy="484554"/>
            </a:xfrm>
            <a:prstGeom prst="ellipse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 err="1">
                  <a:solidFill>
                    <a:schemeClr val="tx1"/>
                  </a:solidFill>
                </a:rPr>
                <a:t>progression.mbc</a:t>
              </a:r>
              <a:endParaRPr lang="en-GB" sz="1400" dirty="0">
                <a:solidFill>
                  <a:schemeClr val="tx1"/>
                </a:solidFill>
              </a:endParaRPr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8DFF68EB-237E-0E19-034A-40DF31856E4C}"/>
                </a:ext>
              </a:extLst>
            </p:cNvPr>
            <p:cNvSpPr/>
            <p:nvPr/>
          </p:nvSpPr>
          <p:spPr>
            <a:xfrm>
              <a:off x="1414333" y="4287533"/>
              <a:ext cx="1509596" cy="484554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</a:rPr>
                <a:t>remission</a:t>
              </a:r>
              <a:endParaRPr lang="en-GB" sz="1400" dirty="0">
                <a:solidFill>
                  <a:schemeClr val="tx1"/>
                </a:solidFill>
              </a:endParaRP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28CE4711-A064-CC40-58BC-730006DB81A7}"/>
                </a:ext>
              </a:extLst>
            </p:cNvPr>
            <p:cNvSpPr/>
            <p:nvPr/>
          </p:nvSpPr>
          <p:spPr>
            <a:xfrm>
              <a:off x="3332282" y="1898961"/>
              <a:ext cx="1724760" cy="484554"/>
            </a:xfrm>
            <a:prstGeom prst="ellipse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</a:rPr>
                <a:t>recurrence</a:t>
              </a:r>
              <a:endParaRPr lang="en-GB" sz="1400" dirty="0">
                <a:solidFill>
                  <a:schemeClr val="tx1"/>
                </a:solidFill>
              </a:endParaRPr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24D4E0A7-4D41-8A57-7C73-402B6A17FD54}"/>
                </a:ext>
              </a:extLst>
            </p:cNvPr>
            <p:cNvSpPr/>
            <p:nvPr/>
          </p:nvSpPr>
          <p:spPr>
            <a:xfrm>
              <a:off x="1291242" y="2463792"/>
              <a:ext cx="1387723" cy="484554"/>
            </a:xfrm>
            <a:prstGeom prst="ellipse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 err="1">
                  <a:solidFill>
                    <a:schemeClr val="tx1"/>
                  </a:solidFill>
                </a:rPr>
                <a:t>ttot.early</a:t>
              </a:r>
              <a:endParaRPr lang="en-GB" sz="1400" dirty="0">
                <a:solidFill>
                  <a:schemeClr val="tx1"/>
                </a:solidFill>
              </a:endParaRPr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9D970576-D2D0-05DD-FF54-927FFAECA102}"/>
                </a:ext>
              </a:extLst>
            </p:cNvPr>
            <p:cNvSpPr/>
            <p:nvPr/>
          </p:nvSpPr>
          <p:spPr>
            <a:xfrm>
              <a:off x="9793164" y="3917315"/>
              <a:ext cx="1795098" cy="484554"/>
            </a:xfrm>
            <a:prstGeom prst="ellipse">
              <a:avLst/>
            </a:prstGeom>
            <a:solidFill>
              <a:schemeClr val="bg2">
                <a:lumMod val="50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bg1"/>
                  </a:solidFill>
                </a:rPr>
                <a:t>OS</a:t>
              </a:r>
              <a:endParaRPr lang="en-GB" sz="1400" dirty="0">
                <a:solidFill>
                  <a:schemeClr val="bg1"/>
                </a:solidFill>
              </a:endParaRPr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4B29CA62-7FBC-3D41-46F0-1519768D3156}"/>
                </a:ext>
              </a:extLst>
            </p:cNvPr>
            <p:cNvSpPr/>
            <p:nvPr/>
          </p:nvSpPr>
          <p:spPr>
            <a:xfrm>
              <a:off x="3547453" y="4283232"/>
              <a:ext cx="2174636" cy="484554"/>
            </a:xfrm>
            <a:prstGeom prst="ellipse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 err="1">
                  <a:solidFill>
                    <a:schemeClr val="tx1"/>
                  </a:solidFill>
                </a:rPr>
                <a:t>Start.early.mbc</a:t>
              </a:r>
              <a:endParaRPr lang="en-GB" sz="1400" dirty="0">
                <a:solidFill>
                  <a:schemeClr val="tx1"/>
                </a:solidFill>
              </a:endParaRPr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76B194B6-A605-3484-92BC-80FAFA87587C}"/>
                </a:ext>
              </a:extLst>
            </p:cNvPr>
            <p:cNvSpPr/>
            <p:nvPr/>
          </p:nvSpPr>
          <p:spPr>
            <a:xfrm>
              <a:off x="1358406" y="3546232"/>
              <a:ext cx="1339363" cy="484554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 err="1">
                  <a:solidFill>
                    <a:schemeClr val="tx1"/>
                  </a:solidFill>
                </a:rPr>
                <a:t>OS.early</a:t>
              </a:r>
              <a:endParaRPr lang="en-GB" sz="1400" dirty="0">
                <a:solidFill>
                  <a:schemeClr val="tx1"/>
                </a:solidFill>
              </a:endParaRPr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4BC2B9A3-C350-ACFD-2B7B-DC99D43A8E42}"/>
                </a:ext>
              </a:extLst>
            </p:cNvPr>
            <p:cNvSpPr/>
            <p:nvPr/>
          </p:nvSpPr>
          <p:spPr>
            <a:xfrm>
              <a:off x="6184909" y="1947982"/>
              <a:ext cx="1791969" cy="484554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 err="1">
                  <a:solidFill>
                    <a:schemeClr val="tx1"/>
                  </a:solidFill>
                </a:rPr>
                <a:t>OS.mbc</a:t>
              </a:r>
              <a:endParaRPr lang="en-GB" sz="1400" dirty="0">
                <a:solidFill>
                  <a:schemeClr val="tx1"/>
                </a:solidFill>
              </a:endParaRPr>
            </a:p>
          </p:txBody>
        </p:sp>
        <p:cxnSp>
          <p:nvCxnSpPr>
            <p:cNvPr id="21" name="Connector: Curved 20">
              <a:extLst>
                <a:ext uri="{FF2B5EF4-FFF2-40B4-BE49-F238E27FC236}">
                  <a16:creationId xmlns:a16="http://schemas.microsoft.com/office/drawing/2014/main" id="{4F5A213F-25C9-2E67-AF94-7F77BA0FE5B7}"/>
                </a:ext>
              </a:extLst>
            </p:cNvPr>
            <p:cNvCxnSpPr>
              <a:cxnSpLocks/>
              <a:stCxn id="9" idx="2"/>
              <a:endCxn id="55" idx="3"/>
            </p:cNvCxnSpPr>
            <p:nvPr/>
          </p:nvCxnSpPr>
          <p:spPr>
            <a:xfrm rot="10800000" flipH="1" flipV="1">
              <a:off x="1414332" y="4529809"/>
              <a:ext cx="199347" cy="630273"/>
            </a:xfrm>
            <a:prstGeom prst="curvedConnector4">
              <a:avLst>
                <a:gd name="adj1" fmla="val -114674"/>
                <a:gd name="adj2" fmla="val 112571"/>
              </a:avLst>
            </a:prstGeom>
            <a:ln>
              <a:solidFill>
                <a:schemeClr val="accent5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0416FFA4-249C-251F-3F21-A55E84A49C5D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554337"/>
              <a:ext cx="12192000" cy="0"/>
            </a:xfrm>
            <a:prstGeom prst="straightConnector1">
              <a:avLst/>
            </a:prstGeom>
            <a:ln w="79375"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A8EB9E32-4A1A-8E4B-229D-130557DFF501}"/>
                </a:ext>
              </a:extLst>
            </p:cNvPr>
            <p:cNvSpPr/>
            <p:nvPr/>
          </p:nvSpPr>
          <p:spPr>
            <a:xfrm>
              <a:off x="3642219" y="2566787"/>
              <a:ext cx="905609" cy="484554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 err="1">
                  <a:solidFill>
                    <a:schemeClr val="tx1"/>
                  </a:solidFill>
                </a:rPr>
                <a:t>os.early</a:t>
              </a:r>
              <a:endParaRPr lang="en-GB" sz="1400" dirty="0">
                <a:solidFill>
                  <a:schemeClr val="tx1"/>
                </a:solidFill>
              </a:endParaRPr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1FF57FA2-6CED-C01F-D18B-BE146A9DAEF1}"/>
                </a:ext>
              </a:extLst>
            </p:cNvPr>
            <p:cNvSpPr/>
            <p:nvPr/>
          </p:nvSpPr>
          <p:spPr>
            <a:xfrm>
              <a:off x="4413740" y="2586906"/>
              <a:ext cx="776657" cy="484554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 err="1">
                  <a:solidFill>
                    <a:schemeClr val="tx1"/>
                  </a:solidFill>
                </a:rPr>
                <a:t>nat.os</a:t>
              </a:r>
              <a:endParaRPr lang="en-GB" sz="1400" dirty="0">
                <a:solidFill>
                  <a:schemeClr val="tx1"/>
                </a:solidFill>
              </a:endParaRPr>
            </a:p>
          </p:txBody>
        </p:sp>
        <p:cxnSp>
          <p:nvCxnSpPr>
            <p:cNvPr id="34" name="Connector: Curved 33">
              <a:extLst>
                <a:ext uri="{FF2B5EF4-FFF2-40B4-BE49-F238E27FC236}">
                  <a16:creationId xmlns:a16="http://schemas.microsoft.com/office/drawing/2014/main" id="{567C04D9-7660-9D00-09F8-6884B6BAAE7C}"/>
                </a:ext>
              </a:extLst>
            </p:cNvPr>
            <p:cNvCxnSpPr>
              <a:cxnSpLocks/>
              <a:stCxn id="9" idx="6"/>
              <a:endCxn id="10" idx="2"/>
            </p:cNvCxnSpPr>
            <p:nvPr/>
          </p:nvCxnSpPr>
          <p:spPr>
            <a:xfrm flipV="1">
              <a:off x="2923929" y="2141238"/>
              <a:ext cx="408353" cy="2388572"/>
            </a:xfrm>
            <a:prstGeom prst="curvedConnector3">
              <a:avLst>
                <a:gd name="adj1" fmla="val 50000"/>
              </a:avLst>
            </a:prstGeom>
            <a:ln>
              <a:solidFill>
                <a:schemeClr val="accent6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Connector: Curved 42">
              <a:extLst>
                <a:ext uri="{FF2B5EF4-FFF2-40B4-BE49-F238E27FC236}">
                  <a16:creationId xmlns:a16="http://schemas.microsoft.com/office/drawing/2014/main" id="{1D2FA19F-A36F-B3D9-A6DC-D1E6DD400A14}"/>
                </a:ext>
              </a:extLst>
            </p:cNvPr>
            <p:cNvCxnSpPr>
              <a:cxnSpLocks/>
              <a:stCxn id="30" idx="0"/>
              <a:endCxn id="15" idx="2"/>
            </p:cNvCxnSpPr>
            <p:nvPr/>
          </p:nvCxnSpPr>
          <p:spPr>
            <a:xfrm rot="5400000" flipH="1" flipV="1">
              <a:off x="5295166" y="1697163"/>
              <a:ext cx="396647" cy="1382840"/>
            </a:xfrm>
            <a:prstGeom prst="curvedConnector2">
              <a:avLst/>
            </a:prstGeom>
            <a:ln>
              <a:solidFill>
                <a:schemeClr val="accent6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Connector: Curved 45">
              <a:extLst>
                <a:ext uri="{FF2B5EF4-FFF2-40B4-BE49-F238E27FC236}">
                  <a16:creationId xmlns:a16="http://schemas.microsoft.com/office/drawing/2014/main" id="{F63EB951-03DB-B999-A954-DB461B761B49}"/>
                </a:ext>
              </a:extLst>
            </p:cNvPr>
            <p:cNvCxnSpPr>
              <a:cxnSpLocks/>
              <a:stCxn id="30" idx="4"/>
              <a:endCxn id="6" idx="2"/>
            </p:cNvCxnSpPr>
            <p:nvPr/>
          </p:nvCxnSpPr>
          <p:spPr>
            <a:xfrm rot="16200000" flipH="1">
              <a:off x="5434074" y="2439455"/>
              <a:ext cx="298922" cy="1562932"/>
            </a:xfrm>
            <a:prstGeom prst="curvedConnector2">
              <a:avLst/>
            </a:prstGeom>
            <a:ln>
              <a:solidFill>
                <a:schemeClr val="accent6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Connector: Curved 48">
              <a:extLst>
                <a:ext uri="{FF2B5EF4-FFF2-40B4-BE49-F238E27FC236}">
                  <a16:creationId xmlns:a16="http://schemas.microsoft.com/office/drawing/2014/main" id="{4F3EA327-B434-BA4F-24B2-CD7B6092804F}"/>
                </a:ext>
              </a:extLst>
            </p:cNvPr>
            <p:cNvCxnSpPr>
              <a:cxnSpLocks/>
              <a:stCxn id="30" idx="6"/>
              <a:endCxn id="8" idx="2"/>
            </p:cNvCxnSpPr>
            <p:nvPr/>
          </p:nvCxnSpPr>
          <p:spPr>
            <a:xfrm flipV="1">
              <a:off x="5190397" y="2820372"/>
              <a:ext cx="1018645" cy="8811"/>
            </a:xfrm>
            <a:prstGeom prst="curvedConnector3">
              <a:avLst>
                <a:gd name="adj1" fmla="val 50000"/>
              </a:avLst>
            </a:prstGeom>
            <a:ln>
              <a:solidFill>
                <a:schemeClr val="accent6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Connector: Curved 51">
              <a:extLst>
                <a:ext uri="{FF2B5EF4-FFF2-40B4-BE49-F238E27FC236}">
                  <a16:creationId xmlns:a16="http://schemas.microsoft.com/office/drawing/2014/main" id="{16AE9D6C-7939-886F-6C47-A78A6842F917}"/>
                </a:ext>
              </a:extLst>
            </p:cNvPr>
            <p:cNvCxnSpPr>
              <a:cxnSpLocks/>
              <a:stCxn id="9" idx="6"/>
              <a:endCxn id="13" idx="2"/>
            </p:cNvCxnSpPr>
            <p:nvPr/>
          </p:nvCxnSpPr>
          <p:spPr>
            <a:xfrm flipV="1">
              <a:off x="2923929" y="4525509"/>
              <a:ext cx="623524" cy="4301"/>
            </a:xfrm>
            <a:prstGeom prst="curvedConnector3">
              <a:avLst>
                <a:gd name="adj1" fmla="val 50000"/>
              </a:avLst>
            </a:prstGeom>
            <a:ln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5" name="Oval 54">
              <a:extLst>
                <a:ext uri="{FF2B5EF4-FFF2-40B4-BE49-F238E27FC236}">
                  <a16:creationId xmlns:a16="http://schemas.microsoft.com/office/drawing/2014/main" id="{0A1F29D4-3FBC-147C-9DF2-AD5A32526F81}"/>
                </a:ext>
              </a:extLst>
            </p:cNvPr>
            <p:cNvSpPr/>
            <p:nvPr/>
          </p:nvSpPr>
          <p:spPr>
            <a:xfrm>
              <a:off x="1504698" y="4800766"/>
              <a:ext cx="744174" cy="420966"/>
            </a:xfrm>
            <a:prstGeom prst="ellipse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 err="1">
                  <a:solidFill>
                    <a:schemeClr val="tx1"/>
                  </a:solidFill>
                </a:rPr>
                <a:t>idfs</a:t>
              </a:r>
              <a:endParaRPr lang="en-GB" sz="1400" dirty="0">
                <a:solidFill>
                  <a:schemeClr val="tx1"/>
                </a:solidFill>
              </a:endParaRPr>
            </a:p>
          </p:txBody>
        </p:sp>
        <p:sp>
          <p:nvSpPr>
            <p:cNvPr id="64" name="Oval 63">
              <a:extLst>
                <a:ext uri="{FF2B5EF4-FFF2-40B4-BE49-F238E27FC236}">
                  <a16:creationId xmlns:a16="http://schemas.microsoft.com/office/drawing/2014/main" id="{71782960-DA3F-C69F-2FA4-068E8826C0E2}"/>
                </a:ext>
              </a:extLst>
            </p:cNvPr>
            <p:cNvSpPr/>
            <p:nvPr/>
          </p:nvSpPr>
          <p:spPr>
            <a:xfrm>
              <a:off x="3599677" y="4820009"/>
              <a:ext cx="1696233" cy="484554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 err="1">
                  <a:solidFill>
                    <a:schemeClr val="tx1"/>
                  </a:solidFill>
                </a:rPr>
                <a:t>Start.early.mbc</a:t>
              </a:r>
              <a:endParaRPr lang="en-GB" sz="1400" dirty="0">
                <a:solidFill>
                  <a:schemeClr val="tx1"/>
                </a:solidFill>
              </a:endParaRPr>
            </a:p>
          </p:txBody>
        </p:sp>
        <p:cxnSp>
          <p:nvCxnSpPr>
            <p:cNvPr id="66" name="Connector: Curved 65">
              <a:extLst>
                <a:ext uri="{FF2B5EF4-FFF2-40B4-BE49-F238E27FC236}">
                  <a16:creationId xmlns:a16="http://schemas.microsoft.com/office/drawing/2014/main" id="{DD7F4828-0BF0-D200-CC21-BE3CBDAF6518}"/>
                </a:ext>
              </a:extLst>
            </p:cNvPr>
            <p:cNvCxnSpPr>
              <a:cxnSpLocks/>
              <a:stCxn id="64" idx="2"/>
              <a:endCxn id="67" idx="3"/>
            </p:cNvCxnSpPr>
            <p:nvPr/>
          </p:nvCxnSpPr>
          <p:spPr>
            <a:xfrm rot="10800000" flipH="1" flipV="1">
              <a:off x="3599676" y="5062285"/>
              <a:ext cx="191831" cy="673743"/>
            </a:xfrm>
            <a:prstGeom prst="curvedConnector4">
              <a:avLst>
                <a:gd name="adj1" fmla="val -119167"/>
                <a:gd name="adj2" fmla="val 144462"/>
              </a:avLst>
            </a:prstGeom>
            <a:ln>
              <a:solidFill>
                <a:schemeClr val="accent5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7" name="Oval 66">
              <a:extLst>
                <a:ext uri="{FF2B5EF4-FFF2-40B4-BE49-F238E27FC236}">
                  <a16:creationId xmlns:a16="http://schemas.microsoft.com/office/drawing/2014/main" id="{BA5AA33B-6DE7-7DEB-20EC-E088A216FD45}"/>
                </a:ext>
              </a:extLst>
            </p:cNvPr>
            <p:cNvSpPr/>
            <p:nvPr/>
          </p:nvSpPr>
          <p:spPr>
            <a:xfrm>
              <a:off x="3661744" y="5322436"/>
              <a:ext cx="886083" cy="484554"/>
            </a:xfrm>
            <a:prstGeom prst="ellipse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 err="1">
                  <a:solidFill>
                    <a:schemeClr val="tx1"/>
                  </a:solidFill>
                </a:rPr>
                <a:t>idfs</a:t>
              </a:r>
              <a:endParaRPr lang="en-GB" sz="1400" dirty="0">
                <a:solidFill>
                  <a:schemeClr val="tx1"/>
                </a:solidFill>
              </a:endParaRPr>
            </a:p>
          </p:txBody>
        </p:sp>
        <p:sp>
          <p:nvSpPr>
            <p:cNvPr id="70" name="Oval 69">
              <a:extLst>
                <a:ext uri="{FF2B5EF4-FFF2-40B4-BE49-F238E27FC236}">
                  <a16:creationId xmlns:a16="http://schemas.microsoft.com/office/drawing/2014/main" id="{83050D86-716D-D5A4-16A0-BFC5044213BC}"/>
                </a:ext>
              </a:extLst>
            </p:cNvPr>
            <p:cNvSpPr/>
            <p:nvPr/>
          </p:nvSpPr>
          <p:spPr>
            <a:xfrm>
              <a:off x="5054813" y="4848618"/>
              <a:ext cx="905608" cy="405393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 err="1">
                  <a:solidFill>
                    <a:schemeClr val="tx1"/>
                  </a:solidFill>
                </a:rPr>
                <a:t>idfs</a:t>
              </a:r>
              <a:endParaRPr lang="en-GB" sz="1400" dirty="0">
                <a:solidFill>
                  <a:schemeClr val="tx1"/>
                </a:solidFill>
              </a:endParaRPr>
            </a:p>
          </p:txBody>
        </p:sp>
        <p:sp>
          <p:nvSpPr>
            <p:cNvPr id="72" name="Rectangle 71">
              <a:extLst>
                <a:ext uri="{FF2B5EF4-FFF2-40B4-BE49-F238E27FC236}">
                  <a16:creationId xmlns:a16="http://schemas.microsoft.com/office/drawing/2014/main" id="{9772642E-FABC-7D6B-ED16-5A4F1724BFA0}"/>
                </a:ext>
              </a:extLst>
            </p:cNvPr>
            <p:cNvSpPr/>
            <p:nvPr/>
          </p:nvSpPr>
          <p:spPr>
            <a:xfrm>
              <a:off x="3196489" y="1518897"/>
              <a:ext cx="5619262" cy="2154296"/>
            </a:xfrm>
            <a:prstGeom prst="rect">
              <a:avLst/>
            </a:prstGeom>
            <a:noFill/>
            <a:ln>
              <a:prstDash val="lg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 dirty="0">
                  <a:solidFill>
                    <a:schemeClr val="tx1"/>
                  </a:solidFill>
                </a:rPr>
                <a:t>LMBC</a:t>
              </a:r>
            </a:p>
            <a:p>
              <a:pPr algn="ctr"/>
              <a:endParaRPr lang="en-US" sz="1400" dirty="0">
                <a:solidFill>
                  <a:schemeClr val="tx1"/>
                </a:solidFill>
              </a:endParaRPr>
            </a:p>
            <a:p>
              <a:pPr algn="ctr"/>
              <a:endParaRPr lang="en-US" sz="1400" dirty="0">
                <a:solidFill>
                  <a:schemeClr val="tx1"/>
                </a:solidFill>
              </a:endParaRPr>
            </a:p>
            <a:p>
              <a:pPr algn="ctr"/>
              <a:endParaRPr lang="en-US" sz="1400" dirty="0">
                <a:solidFill>
                  <a:schemeClr val="tx1"/>
                </a:solidFill>
              </a:endParaRPr>
            </a:p>
            <a:p>
              <a:pPr algn="ctr"/>
              <a:endParaRPr lang="en-US" sz="1400" dirty="0">
                <a:solidFill>
                  <a:schemeClr val="tx1"/>
                </a:solidFill>
              </a:endParaRPr>
            </a:p>
            <a:p>
              <a:pPr algn="ctr"/>
              <a:endParaRPr lang="en-US" sz="1400" dirty="0">
                <a:solidFill>
                  <a:schemeClr val="tx1"/>
                </a:solidFill>
              </a:endParaRPr>
            </a:p>
            <a:p>
              <a:pPr algn="ctr"/>
              <a:endParaRPr lang="en-US" sz="1400" dirty="0">
                <a:solidFill>
                  <a:schemeClr val="tx1"/>
                </a:solidFill>
              </a:endParaRPr>
            </a:p>
            <a:p>
              <a:pPr algn="ctr"/>
              <a:endParaRPr lang="en-US" sz="1400" dirty="0">
                <a:solidFill>
                  <a:schemeClr val="tx1"/>
                </a:solidFill>
              </a:endParaRPr>
            </a:p>
            <a:p>
              <a:pPr algn="ctr"/>
              <a:endParaRPr lang="en-GB" sz="1400" dirty="0">
                <a:solidFill>
                  <a:schemeClr val="tx1"/>
                </a:solidFill>
              </a:endParaRPr>
            </a:p>
          </p:txBody>
        </p:sp>
        <p:sp>
          <p:nvSpPr>
            <p:cNvPr id="89" name="Rectangle 88">
              <a:extLst>
                <a:ext uri="{FF2B5EF4-FFF2-40B4-BE49-F238E27FC236}">
                  <a16:creationId xmlns:a16="http://schemas.microsoft.com/office/drawing/2014/main" id="{CC102977-663A-43F5-3720-991AD373EA4D}"/>
                </a:ext>
              </a:extLst>
            </p:cNvPr>
            <p:cNvSpPr/>
            <p:nvPr/>
          </p:nvSpPr>
          <p:spPr>
            <a:xfrm>
              <a:off x="3222870" y="3857790"/>
              <a:ext cx="5622190" cy="2288977"/>
            </a:xfrm>
            <a:prstGeom prst="rect">
              <a:avLst/>
            </a:prstGeom>
            <a:noFill/>
            <a:ln>
              <a:prstDash val="lg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 dirty="0">
                  <a:solidFill>
                    <a:schemeClr val="tx1"/>
                  </a:solidFill>
                </a:rPr>
                <a:t>EMBC</a:t>
              </a:r>
            </a:p>
            <a:p>
              <a:pPr algn="ctr"/>
              <a:endParaRPr lang="en-US" sz="1400" dirty="0">
                <a:solidFill>
                  <a:schemeClr val="tx1"/>
                </a:solidFill>
              </a:endParaRPr>
            </a:p>
            <a:p>
              <a:pPr algn="ctr"/>
              <a:endParaRPr lang="en-US" sz="1400" dirty="0">
                <a:solidFill>
                  <a:schemeClr val="tx1"/>
                </a:solidFill>
              </a:endParaRPr>
            </a:p>
            <a:p>
              <a:pPr algn="ctr"/>
              <a:endParaRPr lang="en-US" sz="1400" dirty="0">
                <a:solidFill>
                  <a:schemeClr val="tx1"/>
                </a:solidFill>
              </a:endParaRPr>
            </a:p>
            <a:p>
              <a:pPr algn="ctr"/>
              <a:endParaRPr lang="en-US" sz="1400" dirty="0">
                <a:solidFill>
                  <a:schemeClr val="tx1"/>
                </a:solidFill>
              </a:endParaRPr>
            </a:p>
            <a:p>
              <a:pPr algn="ctr"/>
              <a:endParaRPr lang="en-US" sz="1400" dirty="0">
                <a:solidFill>
                  <a:schemeClr val="tx1"/>
                </a:solidFill>
              </a:endParaRPr>
            </a:p>
            <a:p>
              <a:pPr algn="ctr"/>
              <a:endParaRPr lang="en-US" sz="1400" dirty="0">
                <a:solidFill>
                  <a:schemeClr val="tx1"/>
                </a:solidFill>
              </a:endParaRPr>
            </a:p>
            <a:p>
              <a:pPr algn="ctr"/>
              <a:endParaRPr lang="en-US" sz="1400" dirty="0">
                <a:solidFill>
                  <a:schemeClr val="tx1"/>
                </a:solidFill>
              </a:endParaRPr>
            </a:p>
            <a:p>
              <a:pPr algn="ctr"/>
              <a:endParaRPr lang="en-GB" sz="1400" dirty="0">
                <a:solidFill>
                  <a:schemeClr val="tx1"/>
                </a:solidFill>
              </a:endParaRPr>
            </a:p>
          </p:txBody>
        </p:sp>
        <p:sp>
          <p:nvSpPr>
            <p:cNvPr id="93" name="Oval 92">
              <a:extLst>
                <a:ext uri="{FF2B5EF4-FFF2-40B4-BE49-F238E27FC236}">
                  <a16:creationId xmlns:a16="http://schemas.microsoft.com/office/drawing/2014/main" id="{09061259-4892-58FD-7C44-BB0162683096}"/>
                </a:ext>
              </a:extLst>
            </p:cNvPr>
            <p:cNvSpPr/>
            <p:nvPr/>
          </p:nvSpPr>
          <p:spPr>
            <a:xfrm>
              <a:off x="6948846" y="4279899"/>
              <a:ext cx="1339363" cy="484554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 err="1">
                  <a:solidFill>
                    <a:schemeClr val="tx1"/>
                  </a:solidFill>
                </a:rPr>
                <a:t>OS.mbc</a:t>
              </a:r>
              <a:endParaRPr lang="en-GB" sz="1400" dirty="0">
                <a:solidFill>
                  <a:schemeClr val="tx1"/>
                </a:solidFill>
              </a:endParaRPr>
            </a:p>
          </p:txBody>
        </p:sp>
        <p:sp>
          <p:nvSpPr>
            <p:cNvPr id="94" name="Oval 93">
              <a:extLst>
                <a:ext uri="{FF2B5EF4-FFF2-40B4-BE49-F238E27FC236}">
                  <a16:creationId xmlns:a16="http://schemas.microsoft.com/office/drawing/2014/main" id="{BA219372-F1A6-5F10-9CCD-16FFBC4922F3}"/>
                </a:ext>
              </a:extLst>
            </p:cNvPr>
            <p:cNvSpPr/>
            <p:nvPr/>
          </p:nvSpPr>
          <p:spPr>
            <a:xfrm>
              <a:off x="4447793" y="5322436"/>
              <a:ext cx="1485005" cy="484554"/>
            </a:xfrm>
            <a:prstGeom prst="ellipse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 err="1">
                  <a:solidFill>
                    <a:schemeClr val="tx1"/>
                  </a:solidFill>
                </a:rPr>
                <a:t>ttot.early</a:t>
              </a:r>
              <a:endParaRPr lang="en-GB" sz="1400" dirty="0">
                <a:solidFill>
                  <a:schemeClr val="tx1"/>
                </a:solidFill>
              </a:endParaRPr>
            </a:p>
          </p:txBody>
        </p:sp>
        <p:sp>
          <p:nvSpPr>
            <p:cNvPr id="95" name="Oval 94">
              <a:extLst>
                <a:ext uri="{FF2B5EF4-FFF2-40B4-BE49-F238E27FC236}">
                  <a16:creationId xmlns:a16="http://schemas.microsoft.com/office/drawing/2014/main" id="{07482326-060A-50BB-8FA6-B53F58C3A61A}"/>
                </a:ext>
              </a:extLst>
            </p:cNvPr>
            <p:cNvSpPr/>
            <p:nvPr/>
          </p:nvSpPr>
          <p:spPr>
            <a:xfrm>
              <a:off x="6822789" y="4856679"/>
              <a:ext cx="1791969" cy="484554"/>
            </a:xfrm>
            <a:prstGeom prst="ellipse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 err="1">
                  <a:solidFill>
                    <a:schemeClr val="tx1"/>
                  </a:solidFill>
                </a:rPr>
                <a:t>progression.mbc</a:t>
              </a:r>
              <a:endParaRPr lang="en-GB" sz="1400" dirty="0">
                <a:solidFill>
                  <a:schemeClr val="tx1"/>
                </a:solidFill>
              </a:endParaRPr>
            </a:p>
          </p:txBody>
        </p:sp>
        <p:sp>
          <p:nvSpPr>
            <p:cNvPr id="96" name="Oval 95">
              <a:extLst>
                <a:ext uri="{FF2B5EF4-FFF2-40B4-BE49-F238E27FC236}">
                  <a16:creationId xmlns:a16="http://schemas.microsoft.com/office/drawing/2014/main" id="{B014BD31-EB64-B5D8-A4FE-BDC6F123A120}"/>
                </a:ext>
              </a:extLst>
            </p:cNvPr>
            <p:cNvSpPr/>
            <p:nvPr/>
          </p:nvSpPr>
          <p:spPr>
            <a:xfrm>
              <a:off x="7330445" y="5530506"/>
              <a:ext cx="776656" cy="484554"/>
            </a:xfrm>
            <a:prstGeom prst="ellipse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 err="1">
                  <a:solidFill>
                    <a:schemeClr val="tx1"/>
                  </a:solidFill>
                </a:rPr>
                <a:t>ttot</a:t>
              </a:r>
              <a:endParaRPr lang="en-GB" sz="1400" dirty="0">
                <a:solidFill>
                  <a:schemeClr val="tx1"/>
                </a:solidFill>
              </a:endParaRPr>
            </a:p>
          </p:txBody>
        </p:sp>
        <p:sp>
          <p:nvSpPr>
            <p:cNvPr id="97" name="Oval 96">
              <a:extLst>
                <a:ext uri="{FF2B5EF4-FFF2-40B4-BE49-F238E27FC236}">
                  <a16:creationId xmlns:a16="http://schemas.microsoft.com/office/drawing/2014/main" id="{91D2F49B-AD12-7857-DFA4-5FC732CBBCCD}"/>
                </a:ext>
              </a:extLst>
            </p:cNvPr>
            <p:cNvSpPr/>
            <p:nvPr/>
          </p:nvSpPr>
          <p:spPr>
            <a:xfrm>
              <a:off x="9494224" y="3192405"/>
              <a:ext cx="905609" cy="484554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 err="1">
                  <a:solidFill>
                    <a:schemeClr val="tx1"/>
                  </a:solidFill>
                </a:rPr>
                <a:t>OS.mbc</a:t>
              </a:r>
              <a:endParaRPr lang="en-GB" sz="1400" dirty="0">
                <a:solidFill>
                  <a:schemeClr val="tx1"/>
                </a:solidFill>
              </a:endParaRPr>
            </a:p>
          </p:txBody>
        </p:sp>
        <p:sp>
          <p:nvSpPr>
            <p:cNvPr id="98" name="Oval 97">
              <a:extLst>
                <a:ext uri="{FF2B5EF4-FFF2-40B4-BE49-F238E27FC236}">
                  <a16:creationId xmlns:a16="http://schemas.microsoft.com/office/drawing/2014/main" id="{D2112913-E525-BC02-4F49-668BEDF23418}"/>
                </a:ext>
              </a:extLst>
            </p:cNvPr>
            <p:cNvSpPr/>
            <p:nvPr/>
          </p:nvSpPr>
          <p:spPr>
            <a:xfrm>
              <a:off x="10212997" y="3176388"/>
              <a:ext cx="905609" cy="484554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 err="1">
                  <a:solidFill>
                    <a:schemeClr val="tx1"/>
                  </a:solidFill>
                </a:rPr>
                <a:t>os.early</a:t>
              </a:r>
              <a:endParaRPr lang="en-GB" sz="1400" dirty="0">
                <a:solidFill>
                  <a:schemeClr val="tx1"/>
                </a:solidFill>
              </a:endParaRPr>
            </a:p>
          </p:txBody>
        </p:sp>
        <p:sp>
          <p:nvSpPr>
            <p:cNvPr id="99" name="Oval 98">
              <a:extLst>
                <a:ext uri="{FF2B5EF4-FFF2-40B4-BE49-F238E27FC236}">
                  <a16:creationId xmlns:a16="http://schemas.microsoft.com/office/drawing/2014/main" id="{18A88760-BD47-735B-BBA1-FA4F4FAF6B36}"/>
                </a:ext>
              </a:extLst>
            </p:cNvPr>
            <p:cNvSpPr/>
            <p:nvPr/>
          </p:nvSpPr>
          <p:spPr>
            <a:xfrm>
              <a:off x="10984518" y="3196507"/>
              <a:ext cx="776657" cy="484554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 err="1">
                  <a:solidFill>
                    <a:schemeClr val="tx1"/>
                  </a:solidFill>
                </a:rPr>
                <a:t>nat.os</a:t>
              </a:r>
              <a:endParaRPr lang="en-GB" sz="1400" dirty="0">
                <a:solidFill>
                  <a:schemeClr val="tx1"/>
                </a:solidFill>
              </a:endParaRPr>
            </a:p>
          </p:txBody>
        </p:sp>
        <p:cxnSp>
          <p:nvCxnSpPr>
            <p:cNvPr id="100" name="Connector: Curved 99">
              <a:extLst>
                <a:ext uri="{FF2B5EF4-FFF2-40B4-BE49-F238E27FC236}">
                  <a16:creationId xmlns:a16="http://schemas.microsoft.com/office/drawing/2014/main" id="{1BF6BDBC-32E7-B19E-C08C-FE7B58F3E651}"/>
                </a:ext>
              </a:extLst>
            </p:cNvPr>
            <p:cNvCxnSpPr>
              <a:cxnSpLocks/>
              <a:stCxn id="97" idx="2"/>
              <a:endCxn id="12" idx="2"/>
            </p:cNvCxnSpPr>
            <p:nvPr/>
          </p:nvCxnSpPr>
          <p:spPr>
            <a:xfrm rot="10800000" flipH="1" flipV="1">
              <a:off x="9494224" y="3434682"/>
              <a:ext cx="298940" cy="724910"/>
            </a:xfrm>
            <a:prstGeom prst="curvedConnector3">
              <a:avLst>
                <a:gd name="adj1" fmla="val -76470"/>
              </a:avLst>
            </a:prstGeom>
            <a:ln>
              <a:solidFill>
                <a:schemeClr val="accent5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9" name="TextBox 108">
              <a:extLst>
                <a:ext uri="{FF2B5EF4-FFF2-40B4-BE49-F238E27FC236}">
                  <a16:creationId xmlns:a16="http://schemas.microsoft.com/office/drawing/2014/main" id="{D6F32C09-39C1-4A5E-BED4-A6E33D192DD6}"/>
                </a:ext>
              </a:extLst>
            </p:cNvPr>
            <p:cNvSpPr txBox="1"/>
            <p:nvPr/>
          </p:nvSpPr>
          <p:spPr>
            <a:xfrm>
              <a:off x="9643694" y="6146767"/>
              <a:ext cx="179509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/>
                <a:t>Clock forward</a:t>
              </a:r>
              <a:endParaRPr lang="en-GB" sz="1400" dirty="0"/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C3EDBEFB-1B67-800B-1078-0DF4D27236B3}"/>
              </a:ext>
            </a:extLst>
          </p:cNvPr>
          <p:cNvGrpSpPr/>
          <p:nvPr/>
        </p:nvGrpSpPr>
        <p:grpSpPr>
          <a:xfrm>
            <a:off x="7523741" y="302259"/>
            <a:ext cx="4380678" cy="982370"/>
            <a:chOff x="7523741" y="302259"/>
            <a:chExt cx="4380678" cy="982370"/>
          </a:xfrm>
        </p:grpSpPr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3A91F938-4392-2710-A497-95460FF664C9}"/>
                </a:ext>
              </a:extLst>
            </p:cNvPr>
            <p:cNvSpPr/>
            <p:nvPr/>
          </p:nvSpPr>
          <p:spPr>
            <a:xfrm>
              <a:off x="10332793" y="302259"/>
              <a:ext cx="1571626" cy="484554"/>
            </a:xfrm>
            <a:prstGeom prst="ellipse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Change time</a:t>
              </a:r>
              <a:endParaRPr lang="en-GB" sz="1200" dirty="0">
                <a:solidFill>
                  <a:schemeClr val="tx1"/>
                </a:solidFill>
              </a:endParaRPr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68AF0F43-88A5-2067-1C4B-4E3C7E332896}"/>
                </a:ext>
              </a:extLst>
            </p:cNvPr>
            <p:cNvSpPr/>
            <p:nvPr/>
          </p:nvSpPr>
          <p:spPr>
            <a:xfrm>
              <a:off x="7523741" y="303663"/>
              <a:ext cx="1528935" cy="484554"/>
            </a:xfrm>
            <a:prstGeom prst="ellipse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</a:rPr>
                <a:t>initial event</a:t>
              </a:r>
              <a:endParaRPr lang="en-GB" sz="1400" dirty="0">
                <a:solidFill>
                  <a:schemeClr val="tx1"/>
                </a:solidFill>
              </a:endParaRPr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42C7B445-8404-5EC9-8D3D-9C75CB749779}"/>
                </a:ext>
              </a:extLst>
            </p:cNvPr>
            <p:cNvSpPr/>
            <p:nvPr/>
          </p:nvSpPr>
          <p:spPr>
            <a:xfrm>
              <a:off x="8815751" y="302259"/>
              <a:ext cx="1768166" cy="484554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</a:rPr>
                <a:t>Evaluate time</a:t>
              </a:r>
              <a:endParaRPr lang="en-GB" sz="1400" dirty="0">
                <a:solidFill>
                  <a:schemeClr val="tx1"/>
                </a:solidFill>
              </a:endParaRPr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27DBE895-5215-30F5-9FCE-9DD3986BA982}"/>
                </a:ext>
              </a:extLst>
            </p:cNvPr>
            <p:cNvSpPr/>
            <p:nvPr/>
          </p:nvSpPr>
          <p:spPr>
            <a:xfrm>
              <a:off x="8107464" y="792066"/>
              <a:ext cx="2225329" cy="484554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</a:rPr>
                <a:t>Intermediate/ not event</a:t>
              </a:r>
              <a:endParaRPr lang="en-GB" sz="1400" dirty="0">
                <a:solidFill>
                  <a:schemeClr val="tx1"/>
                </a:solidFill>
              </a:endParaRPr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1595FDA0-2FB6-1B30-C491-BB47E9200F64}"/>
                </a:ext>
              </a:extLst>
            </p:cNvPr>
            <p:cNvSpPr/>
            <p:nvPr/>
          </p:nvSpPr>
          <p:spPr>
            <a:xfrm>
              <a:off x="10364839" y="800075"/>
              <a:ext cx="1496111" cy="484554"/>
            </a:xfrm>
            <a:prstGeom prst="ellipse">
              <a:avLst/>
            </a:prstGeom>
            <a:solidFill>
              <a:schemeClr val="bg2">
                <a:lumMod val="50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bg1"/>
                  </a:solidFill>
                </a:rPr>
                <a:t>Final event</a:t>
              </a:r>
              <a:endParaRPr lang="en-GB" sz="1400" dirty="0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144271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AAB6A1-54D1-739A-4471-FBB9EA1F09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146" y="-22552"/>
            <a:ext cx="7663953" cy="1019368"/>
          </a:xfrm>
        </p:spPr>
        <p:txBody>
          <a:bodyPr/>
          <a:lstStyle/>
          <a:p>
            <a:r>
              <a:rPr lang="en-US" dirty="0"/>
              <a:t>event reactions &amp; logical flags </a:t>
            </a:r>
            <a:endParaRPr lang="en-GB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6EBA1D58-EF9E-8508-3C70-1AA9457B8AB2}"/>
              </a:ext>
            </a:extLst>
          </p:cNvPr>
          <p:cNvGrpSpPr/>
          <p:nvPr/>
        </p:nvGrpSpPr>
        <p:grpSpPr>
          <a:xfrm>
            <a:off x="7537042" y="317389"/>
            <a:ext cx="4494817" cy="490502"/>
            <a:chOff x="7537042" y="317389"/>
            <a:chExt cx="4494817" cy="490502"/>
          </a:xfrm>
        </p:grpSpPr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732E6AC3-8BBE-C660-55F8-50A5737F5777}"/>
                </a:ext>
              </a:extLst>
            </p:cNvPr>
            <p:cNvSpPr/>
            <p:nvPr/>
          </p:nvSpPr>
          <p:spPr>
            <a:xfrm>
              <a:off x="7537042" y="367311"/>
              <a:ext cx="828115" cy="335092"/>
            </a:xfrm>
            <a:custGeom>
              <a:avLst/>
              <a:gdLst>
                <a:gd name="connsiteX0" fmla="*/ 0 w 828115"/>
                <a:gd name="connsiteY0" fmla="*/ 167546 h 335092"/>
                <a:gd name="connsiteX1" fmla="*/ 414058 w 828115"/>
                <a:gd name="connsiteY1" fmla="*/ 0 h 335092"/>
                <a:gd name="connsiteX2" fmla="*/ 828116 w 828115"/>
                <a:gd name="connsiteY2" fmla="*/ 167546 h 335092"/>
                <a:gd name="connsiteX3" fmla="*/ 414058 w 828115"/>
                <a:gd name="connsiteY3" fmla="*/ 335092 h 335092"/>
                <a:gd name="connsiteX4" fmla="*/ 0 w 828115"/>
                <a:gd name="connsiteY4" fmla="*/ 167546 h 3350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28115" h="335092" fill="none" extrusionOk="0">
                  <a:moveTo>
                    <a:pt x="0" y="167546"/>
                  </a:moveTo>
                  <a:cubicBezTo>
                    <a:pt x="8711" y="76046"/>
                    <a:pt x="188039" y="-5472"/>
                    <a:pt x="414058" y="0"/>
                  </a:cubicBezTo>
                  <a:cubicBezTo>
                    <a:pt x="624469" y="-2797"/>
                    <a:pt x="819660" y="82974"/>
                    <a:pt x="828116" y="167546"/>
                  </a:cubicBezTo>
                  <a:cubicBezTo>
                    <a:pt x="826576" y="245397"/>
                    <a:pt x="629081" y="354068"/>
                    <a:pt x="414058" y="335092"/>
                  </a:cubicBezTo>
                  <a:cubicBezTo>
                    <a:pt x="200110" y="343338"/>
                    <a:pt x="1864" y="260527"/>
                    <a:pt x="0" y="167546"/>
                  </a:cubicBezTo>
                  <a:close/>
                </a:path>
                <a:path w="828115" h="335092" stroke="0" extrusionOk="0">
                  <a:moveTo>
                    <a:pt x="0" y="167546"/>
                  </a:moveTo>
                  <a:cubicBezTo>
                    <a:pt x="-10962" y="68251"/>
                    <a:pt x="174825" y="3962"/>
                    <a:pt x="414058" y="0"/>
                  </a:cubicBezTo>
                  <a:cubicBezTo>
                    <a:pt x="656653" y="2930"/>
                    <a:pt x="811804" y="75532"/>
                    <a:pt x="828116" y="167546"/>
                  </a:cubicBezTo>
                  <a:cubicBezTo>
                    <a:pt x="822151" y="265904"/>
                    <a:pt x="639034" y="355555"/>
                    <a:pt x="414058" y="335092"/>
                  </a:cubicBezTo>
                  <a:cubicBezTo>
                    <a:pt x="183450" y="334036"/>
                    <a:pt x="10539" y="265115"/>
                    <a:pt x="0" y="167546"/>
                  </a:cubicBezTo>
                  <a:close/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accent6">
                  <a:lumMod val="75000"/>
                </a:schemeClr>
              </a:solidFill>
              <a:prstDash val="dashDot"/>
              <a:extLst>
                <a:ext uri="{C807C97D-BFC1-408E-A445-0C87EB9F89A2}">
                  <ask:lineSketchStyleProps xmlns:ask="http://schemas.microsoft.com/office/drawing/2018/sketchyshapes" sd="1219033472">
                    <a:prstGeom prst="ellipse">
                      <a:avLst/>
                    </a:prstGeom>
                    <ask:type>
                      <ask:lineSketchCurve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flag =1</a:t>
              </a:r>
              <a:endParaRPr lang="en-GB" sz="1200" dirty="0">
                <a:solidFill>
                  <a:schemeClr val="tx1"/>
                </a:solidFill>
              </a:endParaRPr>
            </a:p>
          </p:txBody>
        </p:sp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CFD253D3-697F-6960-2C94-C6A85994168E}"/>
                </a:ext>
              </a:extLst>
            </p:cNvPr>
            <p:cNvSpPr/>
            <p:nvPr/>
          </p:nvSpPr>
          <p:spPr>
            <a:xfrm>
              <a:off x="8585887" y="390978"/>
              <a:ext cx="738033" cy="334919"/>
            </a:xfrm>
            <a:custGeom>
              <a:avLst/>
              <a:gdLst>
                <a:gd name="connsiteX0" fmla="*/ 0 w 738033"/>
                <a:gd name="connsiteY0" fmla="*/ 167460 h 334919"/>
                <a:gd name="connsiteX1" fmla="*/ 369017 w 738033"/>
                <a:gd name="connsiteY1" fmla="*/ 0 h 334919"/>
                <a:gd name="connsiteX2" fmla="*/ 738034 w 738033"/>
                <a:gd name="connsiteY2" fmla="*/ 167460 h 334919"/>
                <a:gd name="connsiteX3" fmla="*/ 369017 w 738033"/>
                <a:gd name="connsiteY3" fmla="*/ 334920 h 334919"/>
                <a:gd name="connsiteX4" fmla="*/ 0 w 738033"/>
                <a:gd name="connsiteY4" fmla="*/ 167460 h 3349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8033" h="334919" fill="none" extrusionOk="0">
                  <a:moveTo>
                    <a:pt x="0" y="167460"/>
                  </a:moveTo>
                  <a:cubicBezTo>
                    <a:pt x="25741" y="84328"/>
                    <a:pt x="157778" y="29366"/>
                    <a:pt x="369017" y="0"/>
                  </a:cubicBezTo>
                  <a:cubicBezTo>
                    <a:pt x="581258" y="-11414"/>
                    <a:pt x="747646" y="70594"/>
                    <a:pt x="738034" y="167460"/>
                  </a:cubicBezTo>
                  <a:cubicBezTo>
                    <a:pt x="733413" y="224966"/>
                    <a:pt x="559032" y="320249"/>
                    <a:pt x="369017" y="334920"/>
                  </a:cubicBezTo>
                  <a:cubicBezTo>
                    <a:pt x="165367" y="333521"/>
                    <a:pt x="15104" y="269406"/>
                    <a:pt x="0" y="167460"/>
                  </a:cubicBezTo>
                  <a:close/>
                </a:path>
                <a:path w="738033" h="334919" stroke="0" extrusionOk="0">
                  <a:moveTo>
                    <a:pt x="0" y="167460"/>
                  </a:moveTo>
                  <a:cubicBezTo>
                    <a:pt x="1780" y="79200"/>
                    <a:pt x="161658" y="-2652"/>
                    <a:pt x="369017" y="0"/>
                  </a:cubicBezTo>
                  <a:cubicBezTo>
                    <a:pt x="563313" y="1231"/>
                    <a:pt x="742844" y="74277"/>
                    <a:pt x="738034" y="167460"/>
                  </a:cubicBezTo>
                  <a:cubicBezTo>
                    <a:pt x="772685" y="249433"/>
                    <a:pt x="586682" y="322490"/>
                    <a:pt x="369017" y="334920"/>
                  </a:cubicBezTo>
                  <a:cubicBezTo>
                    <a:pt x="154485" y="335809"/>
                    <a:pt x="-2044" y="267116"/>
                    <a:pt x="0" y="167460"/>
                  </a:cubicBezTo>
                  <a:close/>
                </a:path>
              </a:pathLst>
            </a:custGeom>
            <a:solidFill>
              <a:schemeClr val="accent2">
                <a:lumMod val="20000"/>
                <a:lumOff val="80000"/>
              </a:schemeClr>
            </a:solidFill>
            <a:ln>
              <a:solidFill>
                <a:srgbClr val="FF0000"/>
              </a:solidFill>
              <a:prstDash val="dashDot"/>
              <a:extLst>
                <a:ext uri="{C807C97D-BFC1-408E-A445-0C87EB9F89A2}">
                  <ask:lineSketchStyleProps xmlns:ask="http://schemas.microsoft.com/office/drawing/2018/sketchyshapes" sd="579111871">
                    <a:prstGeom prst="ellipse">
                      <a:avLst/>
                    </a:prstGeom>
                    <ask:type>
                      <ask:lineSketchCurve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200" dirty="0">
                  <a:solidFill>
                    <a:schemeClr val="tx1"/>
                  </a:solidFill>
                </a:rPr>
                <a:t>Flag = 0</a:t>
              </a:r>
            </a:p>
          </p:txBody>
        </p:sp>
        <p:sp>
          <p:nvSpPr>
            <p:cNvPr id="35" name="Heptagon 34">
              <a:extLst>
                <a:ext uri="{FF2B5EF4-FFF2-40B4-BE49-F238E27FC236}">
                  <a16:creationId xmlns:a16="http://schemas.microsoft.com/office/drawing/2014/main" id="{B11454E3-D580-71E6-7109-4F216A51080D}"/>
                </a:ext>
              </a:extLst>
            </p:cNvPr>
            <p:cNvSpPr/>
            <p:nvPr/>
          </p:nvSpPr>
          <p:spPr>
            <a:xfrm>
              <a:off x="9576867" y="317389"/>
              <a:ext cx="891108" cy="452254"/>
            </a:xfrm>
            <a:custGeom>
              <a:avLst/>
              <a:gdLst>
                <a:gd name="connsiteX0" fmla="*/ -2 w 891108"/>
                <a:gd name="connsiteY0" fmla="*/ 290848 h 452254"/>
                <a:gd name="connsiteX1" fmla="*/ 88247 w 891108"/>
                <a:gd name="connsiteY1" fmla="*/ 89575 h 452254"/>
                <a:gd name="connsiteX2" fmla="*/ 445554 w 891108"/>
                <a:gd name="connsiteY2" fmla="*/ 0 h 452254"/>
                <a:gd name="connsiteX3" fmla="*/ 802861 w 891108"/>
                <a:gd name="connsiteY3" fmla="*/ 89575 h 452254"/>
                <a:gd name="connsiteX4" fmla="*/ 891110 w 891108"/>
                <a:gd name="connsiteY4" fmla="*/ 290848 h 452254"/>
                <a:gd name="connsiteX5" fmla="*/ 643843 w 891108"/>
                <a:gd name="connsiteY5" fmla="*/ 452256 h 452254"/>
                <a:gd name="connsiteX6" fmla="*/ 247265 w 891108"/>
                <a:gd name="connsiteY6" fmla="*/ 452256 h 452254"/>
                <a:gd name="connsiteX7" fmla="*/ -2 w 891108"/>
                <a:gd name="connsiteY7" fmla="*/ 290848 h 4522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91108" h="452254" fill="none" extrusionOk="0">
                  <a:moveTo>
                    <a:pt x="-2" y="290848"/>
                  </a:moveTo>
                  <a:cubicBezTo>
                    <a:pt x="30456" y="223782"/>
                    <a:pt x="66703" y="162035"/>
                    <a:pt x="88247" y="89575"/>
                  </a:cubicBezTo>
                  <a:cubicBezTo>
                    <a:pt x="260372" y="37079"/>
                    <a:pt x="345855" y="27708"/>
                    <a:pt x="445554" y="0"/>
                  </a:cubicBezTo>
                  <a:cubicBezTo>
                    <a:pt x="554181" y="11467"/>
                    <a:pt x="702370" y="47124"/>
                    <a:pt x="802861" y="89575"/>
                  </a:cubicBezTo>
                  <a:cubicBezTo>
                    <a:pt x="826624" y="153555"/>
                    <a:pt x="877610" y="212093"/>
                    <a:pt x="891110" y="290848"/>
                  </a:cubicBezTo>
                  <a:cubicBezTo>
                    <a:pt x="799134" y="367847"/>
                    <a:pt x="723488" y="421484"/>
                    <a:pt x="643843" y="452256"/>
                  </a:cubicBezTo>
                  <a:cubicBezTo>
                    <a:pt x="603846" y="477467"/>
                    <a:pt x="375127" y="472004"/>
                    <a:pt x="247265" y="452256"/>
                  </a:cubicBezTo>
                  <a:cubicBezTo>
                    <a:pt x="148371" y="401560"/>
                    <a:pt x="128682" y="360513"/>
                    <a:pt x="-2" y="290848"/>
                  </a:cubicBezTo>
                  <a:close/>
                </a:path>
                <a:path w="891108" h="452254" stroke="0" extrusionOk="0">
                  <a:moveTo>
                    <a:pt x="-2" y="290848"/>
                  </a:moveTo>
                  <a:cubicBezTo>
                    <a:pt x="49355" y="210536"/>
                    <a:pt x="58224" y="124078"/>
                    <a:pt x="88247" y="89575"/>
                  </a:cubicBezTo>
                  <a:cubicBezTo>
                    <a:pt x="177404" y="96259"/>
                    <a:pt x="317979" y="26051"/>
                    <a:pt x="445554" y="0"/>
                  </a:cubicBezTo>
                  <a:cubicBezTo>
                    <a:pt x="618780" y="63713"/>
                    <a:pt x="720377" y="54121"/>
                    <a:pt x="802861" y="89575"/>
                  </a:cubicBezTo>
                  <a:cubicBezTo>
                    <a:pt x="838938" y="145030"/>
                    <a:pt x="884131" y="264460"/>
                    <a:pt x="891110" y="290848"/>
                  </a:cubicBezTo>
                  <a:cubicBezTo>
                    <a:pt x="824654" y="364674"/>
                    <a:pt x="705873" y="407641"/>
                    <a:pt x="643843" y="452256"/>
                  </a:cubicBezTo>
                  <a:cubicBezTo>
                    <a:pt x="558849" y="468470"/>
                    <a:pt x="346963" y="465460"/>
                    <a:pt x="247265" y="452256"/>
                  </a:cubicBezTo>
                  <a:cubicBezTo>
                    <a:pt x="148561" y="396741"/>
                    <a:pt x="126440" y="346900"/>
                    <a:pt x="-2" y="290848"/>
                  </a:cubicBezTo>
                  <a:close/>
                </a:path>
              </a:pathLst>
            </a:cu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accent6">
                  <a:lumMod val="50000"/>
                </a:schemeClr>
              </a:solidFill>
              <a:prstDash val="dashDot"/>
              <a:extLst>
                <a:ext uri="{C807C97D-BFC1-408E-A445-0C87EB9F89A2}">
                  <ask:lineSketchStyleProps xmlns:ask="http://schemas.microsoft.com/office/drawing/2018/sketchyshapes" sd="1219033472">
                    <a:prstGeom prst="heptagon">
                      <a:avLst/>
                    </a:prstGeom>
                    <ask:type>
                      <ask:lineSketchCurve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accent5">
                      <a:lumMod val="60000"/>
                      <a:lumOff val="40000"/>
                    </a:schemeClr>
                  </a:solidFill>
                </a:rPr>
                <a:t>new event</a:t>
              </a:r>
              <a:endParaRPr lang="en-GB" sz="1200" dirty="0">
                <a:solidFill>
                  <a:schemeClr val="accent5">
                    <a:lumMod val="60000"/>
                    <a:lumOff val="40000"/>
                  </a:schemeClr>
                </a:solidFill>
              </a:endParaRPr>
            </a:p>
          </p:txBody>
        </p:sp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F4AE33BF-D2E9-4146-7D92-6C7016B3A7E6}"/>
                </a:ext>
              </a:extLst>
            </p:cNvPr>
            <p:cNvSpPr/>
            <p:nvPr/>
          </p:nvSpPr>
          <p:spPr>
            <a:xfrm>
              <a:off x="10579639" y="323337"/>
              <a:ext cx="1452220" cy="484554"/>
            </a:xfrm>
            <a:prstGeom prst="ellipse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Change initial event</a:t>
              </a:r>
              <a:endParaRPr lang="en-GB" sz="12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B8711F50-4B1D-0D04-87EE-B627CFB6DB44}"/>
              </a:ext>
            </a:extLst>
          </p:cNvPr>
          <p:cNvGrpSpPr/>
          <p:nvPr/>
        </p:nvGrpSpPr>
        <p:grpSpPr>
          <a:xfrm>
            <a:off x="26763" y="1673503"/>
            <a:ext cx="12417488" cy="5182870"/>
            <a:chOff x="26763" y="1673503"/>
            <a:chExt cx="12417488" cy="5182870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FFD1E646-62C0-67BB-B97C-1FE2EDFF745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alphaModFix amt="70000"/>
            </a:blip>
            <a:stretch>
              <a:fillRect/>
            </a:stretch>
          </p:blipFill>
          <p:spPr>
            <a:xfrm>
              <a:off x="317834" y="1673503"/>
              <a:ext cx="12126417" cy="5182870"/>
            </a:xfrm>
            <a:prstGeom prst="rect">
              <a:avLst/>
            </a:prstGeom>
          </p:spPr>
        </p:pic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BFFCC51E-1AD5-4313-BE3F-541D24AFDE76}"/>
                </a:ext>
              </a:extLst>
            </p:cNvPr>
            <p:cNvSpPr/>
            <p:nvPr/>
          </p:nvSpPr>
          <p:spPr>
            <a:xfrm>
              <a:off x="217482" y="2971116"/>
              <a:ext cx="1061633" cy="335092"/>
            </a:xfrm>
            <a:custGeom>
              <a:avLst/>
              <a:gdLst>
                <a:gd name="connsiteX0" fmla="*/ 0 w 1061633"/>
                <a:gd name="connsiteY0" fmla="*/ 167546 h 335092"/>
                <a:gd name="connsiteX1" fmla="*/ 530817 w 1061633"/>
                <a:gd name="connsiteY1" fmla="*/ 0 h 335092"/>
                <a:gd name="connsiteX2" fmla="*/ 1061634 w 1061633"/>
                <a:gd name="connsiteY2" fmla="*/ 167546 h 335092"/>
                <a:gd name="connsiteX3" fmla="*/ 530817 w 1061633"/>
                <a:gd name="connsiteY3" fmla="*/ 335092 h 335092"/>
                <a:gd name="connsiteX4" fmla="*/ 0 w 1061633"/>
                <a:gd name="connsiteY4" fmla="*/ 167546 h 3350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61633" h="335092" fill="none" extrusionOk="0">
                  <a:moveTo>
                    <a:pt x="0" y="167546"/>
                  </a:moveTo>
                  <a:cubicBezTo>
                    <a:pt x="33327" y="78967"/>
                    <a:pt x="251211" y="-27899"/>
                    <a:pt x="530817" y="0"/>
                  </a:cubicBezTo>
                  <a:cubicBezTo>
                    <a:pt x="805712" y="-2797"/>
                    <a:pt x="1053178" y="82974"/>
                    <a:pt x="1061634" y="167546"/>
                  </a:cubicBezTo>
                  <a:cubicBezTo>
                    <a:pt x="1060231" y="246695"/>
                    <a:pt x="811527" y="352397"/>
                    <a:pt x="530817" y="335092"/>
                  </a:cubicBezTo>
                  <a:cubicBezTo>
                    <a:pt x="252385" y="343338"/>
                    <a:pt x="1864" y="260527"/>
                    <a:pt x="0" y="167546"/>
                  </a:cubicBezTo>
                  <a:close/>
                </a:path>
                <a:path w="1061633" h="335092" stroke="0" extrusionOk="0">
                  <a:moveTo>
                    <a:pt x="0" y="167546"/>
                  </a:moveTo>
                  <a:cubicBezTo>
                    <a:pt x="-37196" y="52070"/>
                    <a:pt x="230346" y="2743"/>
                    <a:pt x="530817" y="0"/>
                  </a:cubicBezTo>
                  <a:cubicBezTo>
                    <a:pt x="837896" y="2930"/>
                    <a:pt x="1045322" y="75532"/>
                    <a:pt x="1061634" y="167546"/>
                  </a:cubicBezTo>
                  <a:cubicBezTo>
                    <a:pt x="1054524" y="267022"/>
                    <a:pt x="823343" y="338610"/>
                    <a:pt x="530817" y="335092"/>
                  </a:cubicBezTo>
                  <a:cubicBezTo>
                    <a:pt x="235725" y="334036"/>
                    <a:pt x="10539" y="265115"/>
                    <a:pt x="0" y="167546"/>
                  </a:cubicBezTo>
                  <a:close/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accent6">
                  <a:lumMod val="75000"/>
                </a:schemeClr>
              </a:solidFill>
              <a:prstDash val="dashDot"/>
              <a:extLst>
                <a:ext uri="{C807C97D-BFC1-408E-A445-0C87EB9F89A2}">
                  <ask:lineSketchStyleProps xmlns:ask="http://schemas.microsoft.com/office/drawing/2018/sketchyshapes" sd="1219033472">
                    <a:prstGeom prst="ellipse">
                      <a:avLst/>
                    </a:prstGeom>
                    <ask:type>
                      <ask:lineSketchCurve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 err="1">
                  <a:solidFill>
                    <a:schemeClr val="tx1"/>
                  </a:solidFill>
                </a:rPr>
                <a:t>Idfs.ontx</a:t>
              </a:r>
              <a:endParaRPr lang="en-GB" sz="1200" dirty="0">
                <a:solidFill>
                  <a:schemeClr val="tx1"/>
                </a:solidFill>
              </a:endParaRPr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0A002C74-C613-988E-376D-19585D129EF1}"/>
                </a:ext>
              </a:extLst>
            </p:cNvPr>
            <p:cNvSpPr/>
            <p:nvPr/>
          </p:nvSpPr>
          <p:spPr>
            <a:xfrm>
              <a:off x="429571" y="2598649"/>
              <a:ext cx="678314" cy="223035"/>
            </a:xfrm>
            <a:custGeom>
              <a:avLst/>
              <a:gdLst>
                <a:gd name="connsiteX0" fmla="*/ 0 w 678314"/>
                <a:gd name="connsiteY0" fmla="*/ 111518 h 223035"/>
                <a:gd name="connsiteX1" fmla="*/ 339157 w 678314"/>
                <a:gd name="connsiteY1" fmla="*/ 0 h 223035"/>
                <a:gd name="connsiteX2" fmla="*/ 678314 w 678314"/>
                <a:gd name="connsiteY2" fmla="*/ 111518 h 223035"/>
                <a:gd name="connsiteX3" fmla="*/ 339157 w 678314"/>
                <a:gd name="connsiteY3" fmla="*/ 223036 h 223035"/>
                <a:gd name="connsiteX4" fmla="*/ 0 w 678314"/>
                <a:gd name="connsiteY4" fmla="*/ 111518 h 223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8314" h="223035" fill="none" extrusionOk="0">
                  <a:moveTo>
                    <a:pt x="0" y="111518"/>
                  </a:moveTo>
                  <a:cubicBezTo>
                    <a:pt x="15551" y="35147"/>
                    <a:pt x="175286" y="1547"/>
                    <a:pt x="339157" y="0"/>
                  </a:cubicBezTo>
                  <a:cubicBezTo>
                    <a:pt x="527110" y="1098"/>
                    <a:pt x="676780" y="49895"/>
                    <a:pt x="678314" y="111518"/>
                  </a:cubicBezTo>
                  <a:cubicBezTo>
                    <a:pt x="688946" y="174650"/>
                    <a:pt x="511022" y="215987"/>
                    <a:pt x="339157" y="223036"/>
                  </a:cubicBezTo>
                  <a:cubicBezTo>
                    <a:pt x="142365" y="225865"/>
                    <a:pt x="510" y="172417"/>
                    <a:pt x="0" y="111518"/>
                  </a:cubicBezTo>
                  <a:close/>
                </a:path>
                <a:path w="678314" h="223035" stroke="0" extrusionOk="0">
                  <a:moveTo>
                    <a:pt x="0" y="111518"/>
                  </a:moveTo>
                  <a:cubicBezTo>
                    <a:pt x="-6138" y="60697"/>
                    <a:pt x="140226" y="-4798"/>
                    <a:pt x="339157" y="0"/>
                  </a:cubicBezTo>
                  <a:cubicBezTo>
                    <a:pt x="532539" y="-896"/>
                    <a:pt x="674208" y="57407"/>
                    <a:pt x="678314" y="111518"/>
                  </a:cubicBezTo>
                  <a:cubicBezTo>
                    <a:pt x="654204" y="181166"/>
                    <a:pt x="510081" y="242414"/>
                    <a:pt x="339157" y="223036"/>
                  </a:cubicBezTo>
                  <a:cubicBezTo>
                    <a:pt x="153309" y="222089"/>
                    <a:pt x="-11205" y="175678"/>
                    <a:pt x="0" y="111518"/>
                  </a:cubicBezTo>
                  <a:close/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accent6">
                  <a:lumMod val="75000"/>
                </a:schemeClr>
              </a:solidFill>
              <a:prstDash val="dashDot"/>
              <a:extLst>
                <a:ext uri="{C807C97D-BFC1-408E-A445-0C87EB9F89A2}">
                  <ask:lineSketchStyleProps xmlns:ask="http://schemas.microsoft.com/office/drawing/2018/sketchyshapes" sd="981765707">
                    <a:prstGeom prst="ellipse">
                      <a:avLst/>
                    </a:prstGeom>
                    <ask:type>
                      <ask:lineSketchCurve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 err="1">
                  <a:solidFill>
                    <a:schemeClr val="tx1"/>
                  </a:solidFill>
                </a:rPr>
                <a:t>Idfs</a:t>
              </a:r>
              <a:endParaRPr lang="en-GB" sz="1200" dirty="0">
                <a:solidFill>
                  <a:schemeClr val="tx1"/>
                </a:solidFill>
              </a:endParaRPr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A9539292-341B-AAAA-BA17-8A8767EBDA0E}"/>
                </a:ext>
              </a:extLst>
            </p:cNvPr>
            <p:cNvSpPr/>
            <p:nvPr/>
          </p:nvSpPr>
          <p:spPr>
            <a:xfrm>
              <a:off x="372448" y="3350686"/>
              <a:ext cx="821530" cy="335091"/>
            </a:xfrm>
            <a:custGeom>
              <a:avLst/>
              <a:gdLst>
                <a:gd name="connsiteX0" fmla="*/ 0 w 821530"/>
                <a:gd name="connsiteY0" fmla="*/ 167546 h 335091"/>
                <a:gd name="connsiteX1" fmla="*/ 410765 w 821530"/>
                <a:gd name="connsiteY1" fmla="*/ 0 h 335091"/>
                <a:gd name="connsiteX2" fmla="*/ 821530 w 821530"/>
                <a:gd name="connsiteY2" fmla="*/ 167546 h 335091"/>
                <a:gd name="connsiteX3" fmla="*/ 410765 w 821530"/>
                <a:gd name="connsiteY3" fmla="*/ 335092 h 335091"/>
                <a:gd name="connsiteX4" fmla="*/ 0 w 821530"/>
                <a:gd name="connsiteY4" fmla="*/ 167546 h 3350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21530" h="335091" fill="none" extrusionOk="0">
                  <a:moveTo>
                    <a:pt x="0" y="167546"/>
                  </a:moveTo>
                  <a:cubicBezTo>
                    <a:pt x="27200" y="97744"/>
                    <a:pt x="168854" y="-18876"/>
                    <a:pt x="410765" y="0"/>
                  </a:cubicBezTo>
                  <a:cubicBezTo>
                    <a:pt x="622912" y="924"/>
                    <a:pt x="819376" y="83717"/>
                    <a:pt x="821530" y="167546"/>
                  </a:cubicBezTo>
                  <a:cubicBezTo>
                    <a:pt x="821602" y="238538"/>
                    <a:pt x="608938" y="344909"/>
                    <a:pt x="410765" y="335092"/>
                  </a:cubicBezTo>
                  <a:cubicBezTo>
                    <a:pt x="179495" y="329384"/>
                    <a:pt x="8507" y="255308"/>
                    <a:pt x="0" y="167546"/>
                  </a:cubicBezTo>
                  <a:close/>
                </a:path>
                <a:path w="821530" h="335091" stroke="0" extrusionOk="0">
                  <a:moveTo>
                    <a:pt x="0" y="167546"/>
                  </a:moveTo>
                  <a:cubicBezTo>
                    <a:pt x="-7495" y="61191"/>
                    <a:pt x="216027" y="-14325"/>
                    <a:pt x="410765" y="0"/>
                  </a:cubicBezTo>
                  <a:cubicBezTo>
                    <a:pt x="644627" y="14846"/>
                    <a:pt x="817159" y="77051"/>
                    <a:pt x="821530" y="167546"/>
                  </a:cubicBezTo>
                  <a:cubicBezTo>
                    <a:pt x="799414" y="240887"/>
                    <a:pt x="648673" y="330985"/>
                    <a:pt x="410765" y="335092"/>
                  </a:cubicBezTo>
                  <a:cubicBezTo>
                    <a:pt x="177220" y="328123"/>
                    <a:pt x="10727" y="268208"/>
                    <a:pt x="0" y="167546"/>
                  </a:cubicBezTo>
                  <a:close/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accent6">
                  <a:lumMod val="75000"/>
                </a:schemeClr>
              </a:solidFill>
              <a:prstDash val="dashDot"/>
              <a:extLst>
                <a:ext uri="{C807C97D-BFC1-408E-A445-0C87EB9F89A2}">
                  <ask:lineSketchStyleProps xmlns:ask="http://schemas.microsoft.com/office/drawing/2018/sketchyshapes" sd="3978248048">
                    <a:prstGeom prst="ellipse">
                      <a:avLst/>
                    </a:prstGeom>
                    <ask:type>
                      <ask:lineSketchCurve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 err="1">
                  <a:solidFill>
                    <a:schemeClr val="tx1"/>
                  </a:solidFill>
                </a:rPr>
                <a:t>mbcs.ontx</a:t>
              </a:r>
              <a:endParaRPr lang="en-GB" sz="1200" dirty="0">
                <a:solidFill>
                  <a:schemeClr val="tx1"/>
                </a:solidFill>
              </a:endParaRPr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1C0680EE-8A6D-A5FF-5A5E-57C85AE8A19E}"/>
                </a:ext>
              </a:extLst>
            </p:cNvPr>
            <p:cNvSpPr/>
            <p:nvPr/>
          </p:nvSpPr>
          <p:spPr>
            <a:xfrm>
              <a:off x="26763" y="3763056"/>
              <a:ext cx="1395033" cy="585033"/>
            </a:xfrm>
            <a:custGeom>
              <a:avLst/>
              <a:gdLst>
                <a:gd name="connsiteX0" fmla="*/ 0 w 1395033"/>
                <a:gd name="connsiteY0" fmla="*/ 292517 h 585033"/>
                <a:gd name="connsiteX1" fmla="*/ 697517 w 1395033"/>
                <a:gd name="connsiteY1" fmla="*/ 0 h 585033"/>
                <a:gd name="connsiteX2" fmla="*/ 1395034 w 1395033"/>
                <a:gd name="connsiteY2" fmla="*/ 292517 h 585033"/>
                <a:gd name="connsiteX3" fmla="*/ 697517 w 1395033"/>
                <a:gd name="connsiteY3" fmla="*/ 585034 h 585033"/>
                <a:gd name="connsiteX4" fmla="*/ 0 w 1395033"/>
                <a:gd name="connsiteY4" fmla="*/ 292517 h 5850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95033" h="585033" fill="none" extrusionOk="0">
                  <a:moveTo>
                    <a:pt x="0" y="292517"/>
                  </a:moveTo>
                  <a:cubicBezTo>
                    <a:pt x="-41172" y="114096"/>
                    <a:pt x="300960" y="20471"/>
                    <a:pt x="697517" y="0"/>
                  </a:cubicBezTo>
                  <a:cubicBezTo>
                    <a:pt x="1102525" y="22713"/>
                    <a:pt x="1412844" y="149170"/>
                    <a:pt x="1395034" y="292517"/>
                  </a:cubicBezTo>
                  <a:cubicBezTo>
                    <a:pt x="1360893" y="443608"/>
                    <a:pt x="1109308" y="615711"/>
                    <a:pt x="697517" y="585034"/>
                  </a:cubicBezTo>
                  <a:cubicBezTo>
                    <a:pt x="310401" y="587586"/>
                    <a:pt x="-8131" y="446612"/>
                    <a:pt x="0" y="292517"/>
                  </a:cubicBezTo>
                  <a:close/>
                </a:path>
                <a:path w="1395033" h="585033" stroke="0" extrusionOk="0">
                  <a:moveTo>
                    <a:pt x="0" y="292517"/>
                  </a:moveTo>
                  <a:cubicBezTo>
                    <a:pt x="22908" y="97248"/>
                    <a:pt x="318031" y="9001"/>
                    <a:pt x="697517" y="0"/>
                  </a:cubicBezTo>
                  <a:cubicBezTo>
                    <a:pt x="1080244" y="-6961"/>
                    <a:pt x="1411454" y="140786"/>
                    <a:pt x="1395034" y="292517"/>
                  </a:cubicBezTo>
                  <a:cubicBezTo>
                    <a:pt x="1389628" y="395081"/>
                    <a:pt x="1049551" y="599985"/>
                    <a:pt x="697517" y="585034"/>
                  </a:cubicBezTo>
                  <a:cubicBezTo>
                    <a:pt x="311377" y="580661"/>
                    <a:pt x="17769" y="479693"/>
                    <a:pt x="0" y="292517"/>
                  </a:cubicBezTo>
                  <a:close/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accent6">
                  <a:lumMod val="75000"/>
                </a:schemeClr>
              </a:solidFill>
              <a:prstDash val="dashDot"/>
              <a:extLst>
                <a:ext uri="{C807C97D-BFC1-408E-A445-0C87EB9F89A2}">
                  <ask:lineSketchStyleProps xmlns:ask="http://schemas.microsoft.com/office/drawing/2018/sketchyshapes" sd="1617256088">
                    <a:prstGeom prst="ellipse">
                      <a:avLst/>
                    </a:prstGeom>
                    <ask:type>
                      <ask:lineSketchCurve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 err="1">
                  <a:solidFill>
                    <a:schemeClr val="tx1"/>
                  </a:solidFill>
                </a:rPr>
                <a:t>mbcs.progression.mbc</a:t>
              </a:r>
              <a:endParaRPr lang="en-GB" sz="1200" dirty="0">
                <a:solidFill>
                  <a:schemeClr val="tx1"/>
                </a:solidFill>
              </a:endParaRP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C2B291F5-59EA-D520-6E8F-C002C188B1AF}"/>
                </a:ext>
              </a:extLst>
            </p:cNvPr>
            <p:cNvSpPr/>
            <p:nvPr/>
          </p:nvSpPr>
          <p:spPr>
            <a:xfrm>
              <a:off x="328983" y="4448583"/>
              <a:ext cx="937747" cy="287757"/>
            </a:xfrm>
            <a:custGeom>
              <a:avLst/>
              <a:gdLst>
                <a:gd name="connsiteX0" fmla="*/ 0 w 937747"/>
                <a:gd name="connsiteY0" fmla="*/ 143879 h 287757"/>
                <a:gd name="connsiteX1" fmla="*/ 468874 w 937747"/>
                <a:gd name="connsiteY1" fmla="*/ 0 h 287757"/>
                <a:gd name="connsiteX2" fmla="*/ 937748 w 937747"/>
                <a:gd name="connsiteY2" fmla="*/ 143879 h 287757"/>
                <a:gd name="connsiteX3" fmla="*/ 468874 w 937747"/>
                <a:gd name="connsiteY3" fmla="*/ 287758 h 287757"/>
                <a:gd name="connsiteX4" fmla="*/ 0 w 937747"/>
                <a:gd name="connsiteY4" fmla="*/ 143879 h 287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7747" h="287757" fill="none" extrusionOk="0">
                  <a:moveTo>
                    <a:pt x="0" y="143879"/>
                  </a:moveTo>
                  <a:cubicBezTo>
                    <a:pt x="-8899" y="56047"/>
                    <a:pt x="207160" y="-5477"/>
                    <a:pt x="468874" y="0"/>
                  </a:cubicBezTo>
                  <a:cubicBezTo>
                    <a:pt x="731539" y="4555"/>
                    <a:pt x="939172" y="65400"/>
                    <a:pt x="937748" y="143879"/>
                  </a:cubicBezTo>
                  <a:cubicBezTo>
                    <a:pt x="941733" y="193027"/>
                    <a:pt x="714862" y="276980"/>
                    <a:pt x="468874" y="287758"/>
                  </a:cubicBezTo>
                  <a:cubicBezTo>
                    <a:pt x="202124" y="292180"/>
                    <a:pt x="1697" y="228018"/>
                    <a:pt x="0" y="143879"/>
                  </a:cubicBezTo>
                  <a:close/>
                </a:path>
                <a:path w="937747" h="287757" stroke="0" extrusionOk="0">
                  <a:moveTo>
                    <a:pt x="0" y="143879"/>
                  </a:moveTo>
                  <a:cubicBezTo>
                    <a:pt x="-17464" y="92146"/>
                    <a:pt x="232395" y="-19625"/>
                    <a:pt x="468874" y="0"/>
                  </a:cubicBezTo>
                  <a:cubicBezTo>
                    <a:pt x="735011" y="10232"/>
                    <a:pt x="947681" y="57070"/>
                    <a:pt x="937748" y="143879"/>
                  </a:cubicBezTo>
                  <a:cubicBezTo>
                    <a:pt x="942407" y="200020"/>
                    <a:pt x="747207" y="304396"/>
                    <a:pt x="468874" y="287758"/>
                  </a:cubicBezTo>
                  <a:cubicBezTo>
                    <a:pt x="208091" y="299835"/>
                    <a:pt x="-3827" y="219579"/>
                    <a:pt x="0" y="143879"/>
                  </a:cubicBezTo>
                  <a:close/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accent6">
                  <a:lumMod val="75000"/>
                </a:schemeClr>
              </a:solidFill>
              <a:prstDash val="dashDot"/>
              <a:extLst>
                <a:ext uri="{C807C97D-BFC1-408E-A445-0C87EB9F89A2}">
                  <ask:lineSketchStyleProps xmlns:ask="http://schemas.microsoft.com/office/drawing/2018/sketchyshapes" sd="3809068511">
                    <a:prstGeom prst="ellipse">
                      <a:avLst/>
                    </a:prstGeom>
                    <ask:type>
                      <ask:lineSketchCurve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200" dirty="0" err="1">
                  <a:solidFill>
                    <a:schemeClr val="tx1"/>
                  </a:solidFill>
                </a:rPr>
                <a:t>tx.beva</a:t>
              </a:r>
              <a:endParaRPr lang="en-GB" sz="1200" dirty="0">
                <a:solidFill>
                  <a:schemeClr val="tx1"/>
                </a:solidFill>
              </a:endParaRPr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309DF28E-77EC-E681-EB78-C1E1E6FEE17F}"/>
                </a:ext>
              </a:extLst>
            </p:cNvPr>
            <p:cNvSpPr/>
            <p:nvPr/>
          </p:nvSpPr>
          <p:spPr>
            <a:xfrm>
              <a:off x="348332" y="4956137"/>
              <a:ext cx="823655" cy="243622"/>
            </a:xfrm>
            <a:custGeom>
              <a:avLst/>
              <a:gdLst>
                <a:gd name="connsiteX0" fmla="*/ 0 w 823655"/>
                <a:gd name="connsiteY0" fmla="*/ 121811 h 243622"/>
                <a:gd name="connsiteX1" fmla="*/ 411828 w 823655"/>
                <a:gd name="connsiteY1" fmla="*/ 0 h 243622"/>
                <a:gd name="connsiteX2" fmla="*/ 823656 w 823655"/>
                <a:gd name="connsiteY2" fmla="*/ 121811 h 243622"/>
                <a:gd name="connsiteX3" fmla="*/ 411828 w 823655"/>
                <a:gd name="connsiteY3" fmla="*/ 243622 h 243622"/>
                <a:gd name="connsiteX4" fmla="*/ 0 w 823655"/>
                <a:gd name="connsiteY4" fmla="*/ 121811 h 243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23655" h="243622" fill="none" extrusionOk="0">
                  <a:moveTo>
                    <a:pt x="0" y="121811"/>
                  </a:moveTo>
                  <a:cubicBezTo>
                    <a:pt x="-777" y="41487"/>
                    <a:pt x="215381" y="-14440"/>
                    <a:pt x="411828" y="0"/>
                  </a:cubicBezTo>
                  <a:cubicBezTo>
                    <a:pt x="631118" y="-2653"/>
                    <a:pt x="814192" y="52356"/>
                    <a:pt x="823656" y="121811"/>
                  </a:cubicBezTo>
                  <a:cubicBezTo>
                    <a:pt x="795084" y="176507"/>
                    <a:pt x="617783" y="237143"/>
                    <a:pt x="411828" y="243622"/>
                  </a:cubicBezTo>
                  <a:cubicBezTo>
                    <a:pt x="178584" y="247891"/>
                    <a:pt x="-4612" y="197236"/>
                    <a:pt x="0" y="121811"/>
                  </a:cubicBezTo>
                  <a:close/>
                </a:path>
                <a:path w="823655" h="243622" stroke="0" extrusionOk="0">
                  <a:moveTo>
                    <a:pt x="0" y="121811"/>
                  </a:moveTo>
                  <a:cubicBezTo>
                    <a:pt x="-25556" y="71800"/>
                    <a:pt x="197179" y="6860"/>
                    <a:pt x="411828" y="0"/>
                  </a:cubicBezTo>
                  <a:cubicBezTo>
                    <a:pt x="640672" y="11908"/>
                    <a:pt x="819423" y="56721"/>
                    <a:pt x="823656" y="121811"/>
                  </a:cubicBezTo>
                  <a:cubicBezTo>
                    <a:pt x="844654" y="178225"/>
                    <a:pt x="632582" y="211320"/>
                    <a:pt x="411828" y="243622"/>
                  </a:cubicBezTo>
                  <a:cubicBezTo>
                    <a:pt x="176438" y="244104"/>
                    <a:pt x="-4022" y="184340"/>
                    <a:pt x="0" y="121811"/>
                  </a:cubicBezTo>
                  <a:close/>
                </a:path>
              </a:pathLst>
            </a:custGeom>
            <a:solidFill>
              <a:schemeClr val="accent2">
                <a:lumMod val="20000"/>
                <a:lumOff val="80000"/>
              </a:schemeClr>
            </a:solidFill>
            <a:ln>
              <a:solidFill>
                <a:srgbClr val="FF0000"/>
              </a:solidFill>
              <a:prstDash val="dashDot"/>
              <a:extLst>
                <a:ext uri="{C807C97D-BFC1-408E-A445-0C87EB9F89A2}">
                  <ask:lineSketchStyleProps xmlns:ask="http://schemas.microsoft.com/office/drawing/2018/sketchyshapes" sd="2558881134">
                    <a:prstGeom prst="ellipse">
                      <a:avLst/>
                    </a:prstGeom>
                    <ask:type>
                      <ask:lineSketchCurve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 err="1">
                  <a:solidFill>
                    <a:schemeClr val="tx1"/>
                  </a:solidFill>
                </a:rPr>
                <a:t>mbcs</a:t>
              </a:r>
              <a:endParaRPr lang="en-GB" sz="1200" dirty="0">
                <a:solidFill>
                  <a:schemeClr val="tx1"/>
                </a:solidFill>
              </a:endParaRPr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1CBB63E8-7663-D6C9-01EF-B922B0F3488B}"/>
                </a:ext>
              </a:extLst>
            </p:cNvPr>
            <p:cNvSpPr/>
            <p:nvPr/>
          </p:nvSpPr>
          <p:spPr>
            <a:xfrm>
              <a:off x="90956" y="5334152"/>
              <a:ext cx="1242670" cy="376358"/>
            </a:xfrm>
            <a:custGeom>
              <a:avLst/>
              <a:gdLst>
                <a:gd name="connsiteX0" fmla="*/ 0 w 1242670"/>
                <a:gd name="connsiteY0" fmla="*/ 188179 h 376358"/>
                <a:gd name="connsiteX1" fmla="*/ 621335 w 1242670"/>
                <a:gd name="connsiteY1" fmla="*/ 0 h 376358"/>
                <a:gd name="connsiteX2" fmla="*/ 1242670 w 1242670"/>
                <a:gd name="connsiteY2" fmla="*/ 188179 h 376358"/>
                <a:gd name="connsiteX3" fmla="*/ 621335 w 1242670"/>
                <a:gd name="connsiteY3" fmla="*/ 376358 h 376358"/>
                <a:gd name="connsiteX4" fmla="*/ 0 w 1242670"/>
                <a:gd name="connsiteY4" fmla="*/ 188179 h 3763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42670" h="376358" fill="none" extrusionOk="0">
                  <a:moveTo>
                    <a:pt x="0" y="188179"/>
                  </a:moveTo>
                  <a:cubicBezTo>
                    <a:pt x="31977" y="82223"/>
                    <a:pt x="233041" y="-27803"/>
                    <a:pt x="621335" y="0"/>
                  </a:cubicBezTo>
                  <a:cubicBezTo>
                    <a:pt x="967816" y="3524"/>
                    <a:pt x="1230336" y="71305"/>
                    <a:pt x="1242670" y="188179"/>
                  </a:cubicBezTo>
                  <a:cubicBezTo>
                    <a:pt x="1239340" y="299072"/>
                    <a:pt x="968351" y="371703"/>
                    <a:pt x="621335" y="376358"/>
                  </a:cubicBezTo>
                  <a:cubicBezTo>
                    <a:pt x="268254" y="370437"/>
                    <a:pt x="-1723" y="306385"/>
                    <a:pt x="0" y="188179"/>
                  </a:cubicBezTo>
                  <a:close/>
                </a:path>
                <a:path w="1242670" h="376358" stroke="0" extrusionOk="0">
                  <a:moveTo>
                    <a:pt x="0" y="188179"/>
                  </a:moveTo>
                  <a:cubicBezTo>
                    <a:pt x="-5672" y="122071"/>
                    <a:pt x="278595" y="10750"/>
                    <a:pt x="621335" y="0"/>
                  </a:cubicBezTo>
                  <a:cubicBezTo>
                    <a:pt x="962783" y="1903"/>
                    <a:pt x="1242103" y="81528"/>
                    <a:pt x="1242670" y="188179"/>
                  </a:cubicBezTo>
                  <a:cubicBezTo>
                    <a:pt x="1282324" y="261681"/>
                    <a:pt x="956861" y="380632"/>
                    <a:pt x="621335" y="376358"/>
                  </a:cubicBezTo>
                  <a:cubicBezTo>
                    <a:pt x="267461" y="384187"/>
                    <a:pt x="6459" y="281209"/>
                    <a:pt x="0" y="188179"/>
                  </a:cubicBezTo>
                  <a:close/>
                </a:path>
              </a:pathLst>
            </a:custGeom>
            <a:solidFill>
              <a:schemeClr val="accent2">
                <a:lumMod val="20000"/>
                <a:lumOff val="80000"/>
              </a:schemeClr>
            </a:solidFill>
            <a:ln>
              <a:solidFill>
                <a:srgbClr val="FF0000"/>
              </a:solidFill>
              <a:prstDash val="dashDot"/>
              <a:extLst>
                <a:ext uri="{C807C97D-BFC1-408E-A445-0C87EB9F89A2}">
                  <ask:lineSketchStyleProps xmlns:ask="http://schemas.microsoft.com/office/drawing/2018/sketchyshapes" sd="2998267428">
                    <a:prstGeom prst="ellipse">
                      <a:avLst/>
                    </a:prstGeom>
                    <ask:type>
                      <ask:lineSketchCurve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 err="1">
                  <a:solidFill>
                    <a:schemeClr val="tx1"/>
                  </a:solidFill>
                </a:rPr>
                <a:t>mbcs</a:t>
              </a:r>
              <a:r>
                <a:rPr lang="en-US" sz="1200" dirty="0">
                  <a:solidFill>
                    <a:schemeClr val="tx1"/>
                  </a:solidFill>
                </a:rPr>
                <a:t>. _2ndline</a:t>
              </a:r>
              <a:endParaRPr lang="en-GB" sz="1200" dirty="0">
                <a:solidFill>
                  <a:schemeClr val="tx1"/>
                </a:solidFill>
              </a:endParaRPr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3817379B-ABC6-B536-A664-787E15BE7153}"/>
                </a:ext>
              </a:extLst>
            </p:cNvPr>
            <p:cNvSpPr/>
            <p:nvPr/>
          </p:nvSpPr>
          <p:spPr>
            <a:xfrm>
              <a:off x="103092" y="5811004"/>
              <a:ext cx="1286914" cy="302615"/>
            </a:xfrm>
            <a:custGeom>
              <a:avLst/>
              <a:gdLst>
                <a:gd name="connsiteX0" fmla="*/ 0 w 1286914"/>
                <a:gd name="connsiteY0" fmla="*/ 151308 h 302615"/>
                <a:gd name="connsiteX1" fmla="*/ 643457 w 1286914"/>
                <a:gd name="connsiteY1" fmla="*/ 0 h 302615"/>
                <a:gd name="connsiteX2" fmla="*/ 1286914 w 1286914"/>
                <a:gd name="connsiteY2" fmla="*/ 151308 h 302615"/>
                <a:gd name="connsiteX3" fmla="*/ 643457 w 1286914"/>
                <a:gd name="connsiteY3" fmla="*/ 302616 h 302615"/>
                <a:gd name="connsiteX4" fmla="*/ 0 w 1286914"/>
                <a:gd name="connsiteY4" fmla="*/ 151308 h 3026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86914" h="302615" fill="none" extrusionOk="0">
                  <a:moveTo>
                    <a:pt x="0" y="151308"/>
                  </a:moveTo>
                  <a:cubicBezTo>
                    <a:pt x="1822" y="62394"/>
                    <a:pt x="315197" y="-16228"/>
                    <a:pt x="643457" y="0"/>
                  </a:cubicBezTo>
                  <a:cubicBezTo>
                    <a:pt x="990473" y="5671"/>
                    <a:pt x="1290522" y="70429"/>
                    <a:pt x="1286914" y="151308"/>
                  </a:cubicBezTo>
                  <a:cubicBezTo>
                    <a:pt x="1279295" y="270914"/>
                    <a:pt x="978304" y="292688"/>
                    <a:pt x="643457" y="302616"/>
                  </a:cubicBezTo>
                  <a:cubicBezTo>
                    <a:pt x="287329" y="286576"/>
                    <a:pt x="12510" y="241793"/>
                    <a:pt x="0" y="151308"/>
                  </a:cubicBezTo>
                  <a:close/>
                </a:path>
                <a:path w="1286914" h="302615" stroke="0" extrusionOk="0">
                  <a:moveTo>
                    <a:pt x="0" y="151308"/>
                  </a:moveTo>
                  <a:cubicBezTo>
                    <a:pt x="48143" y="73720"/>
                    <a:pt x="288943" y="8815"/>
                    <a:pt x="643457" y="0"/>
                  </a:cubicBezTo>
                  <a:cubicBezTo>
                    <a:pt x="998747" y="-1003"/>
                    <a:pt x="1293060" y="63748"/>
                    <a:pt x="1286914" y="151308"/>
                  </a:cubicBezTo>
                  <a:cubicBezTo>
                    <a:pt x="1308600" y="257376"/>
                    <a:pt x="983681" y="245884"/>
                    <a:pt x="643457" y="302616"/>
                  </a:cubicBezTo>
                  <a:cubicBezTo>
                    <a:pt x="278872" y="306494"/>
                    <a:pt x="6864" y="246906"/>
                    <a:pt x="0" y="151308"/>
                  </a:cubicBezTo>
                  <a:close/>
                </a:path>
              </a:pathLst>
            </a:custGeom>
            <a:solidFill>
              <a:schemeClr val="accent2">
                <a:lumMod val="20000"/>
                <a:lumOff val="80000"/>
              </a:schemeClr>
            </a:solidFill>
            <a:ln>
              <a:solidFill>
                <a:srgbClr val="FF0000"/>
              </a:solidFill>
              <a:prstDash val="dashDot"/>
              <a:extLst>
                <a:ext uri="{C807C97D-BFC1-408E-A445-0C87EB9F89A2}">
                  <ask:lineSketchStyleProps xmlns:ask="http://schemas.microsoft.com/office/drawing/2018/sketchyshapes" sd="878760193">
                    <a:prstGeom prst="ellipse">
                      <a:avLst/>
                    </a:prstGeom>
                    <ask:type>
                      <ask:lineSketchCurve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recurrence </a:t>
              </a:r>
              <a:endParaRPr lang="en-GB" sz="1200" dirty="0">
                <a:solidFill>
                  <a:schemeClr val="tx1"/>
                </a:solidFill>
              </a:endParaRPr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38F68B7D-9195-4D0F-3488-5ABDADBBC50E}"/>
                </a:ext>
              </a:extLst>
            </p:cNvPr>
            <p:cNvSpPr/>
            <p:nvPr/>
          </p:nvSpPr>
          <p:spPr>
            <a:xfrm>
              <a:off x="125214" y="6214113"/>
              <a:ext cx="1242670" cy="338785"/>
            </a:xfrm>
            <a:custGeom>
              <a:avLst/>
              <a:gdLst>
                <a:gd name="connsiteX0" fmla="*/ 0 w 1242670"/>
                <a:gd name="connsiteY0" fmla="*/ 169393 h 338785"/>
                <a:gd name="connsiteX1" fmla="*/ 621335 w 1242670"/>
                <a:gd name="connsiteY1" fmla="*/ 0 h 338785"/>
                <a:gd name="connsiteX2" fmla="*/ 1242670 w 1242670"/>
                <a:gd name="connsiteY2" fmla="*/ 169393 h 338785"/>
                <a:gd name="connsiteX3" fmla="*/ 621335 w 1242670"/>
                <a:gd name="connsiteY3" fmla="*/ 338786 h 338785"/>
                <a:gd name="connsiteX4" fmla="*/ 0 w 1242670"/>
                <a:gd name="connsiteY4" fmla="*/ 169393 h 3387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42670" h="338785" fill="none" extrusionOk="0">
                  <a:moveTo>
                    <a:pt x="0" y="169393"/>
                  </a:moveTo>
                  <a:cubicBezTo>
                    <a:pt x="6323" y="76590"/>
                    <a:pt x="302009" y="-49039"/>
                    <a:pt x="621335" y="0"/>
                  </a:cubicBezTo>
                  <a:cubicBezTo>
                    <a:pt x="958012" y="-992"/>
                    <a:pt x="1239786" y="78555"/>
                    <a:pt x="1242670" y="169393"/>
                  </a:cubicBezTo>
                  <a:cubicBezTo>
                    <a:pt x="1240437" y="241651"/>
                    <a:pt x="948235" y="361374"/>
                    <a:pt x="621335" y="338786"/>
                  </a:cubicBezTo>
                  <a:cubicBezTo>
                    <a:pt x="293815" y="347539"/>
                    <a:pt x="4237" y="263965"/>
                    <a:pt x="0" y="169393"/>
                  </a:cubicBezTo>
                  <a:close/>
                </a:path>
                <a:path w="1242670" h="338785" stroke="0" extrusionOk="0">
                  <a:moveTo>
                    <a:pt x="0" y="169393"/>
                  </a:moveTo>
                  <a:cubicBezTo>
                    <a:pt x="-22312" y="62077"/>
                    <a:pt x="247671" y="11451"/>
                    <a:pt x="621335" y="0"/>
                  </a:cubicBezTo>
                  <a:cubicBezTo>
                    <a:pt x="974106" y="2025"/>
                    <a:pt x="1224352" y="76422"/>
                    <a:pt x="1242670" y="169393"/>
                  </a:cubicBezTo>
                  <a:cubicBezTo>
                    <a:pt x="1212158" y="292743"/>
                    <a:pt x="956564" y="382591"/>
                    <a:pt x="621335" y="338786"/>
                  </a:cubicBezTo>
                  <a:cubicBezTo>
                    <a:pt x="271668" y="335223"/>
                    <a:pt x="1246" y="263542"/>
                    <a:pt x="0" y="169393"/>
                  </a:cubicBezTo>
                  <a:close/>
                </a:path>
              </a:pathLst>
            </a:cu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accent6">
                  <a:lumMod val="75000"/>
                </a:schemeClr>
              </a:solidFill>
              <a:prstDash val="dashDot"/>
              <a:extLst>
                <a:ext uri="{C807C97D-BFC1-408E-A445-0C87EB9F89A2}">
                  <ask:lineSketchStyleProps xmlns:ask="http://schemas.microsoft.com/office/drawing/2018/sketchyshapes" sd="1219033472">
                    <a:prstGeom prst="ellipse">
                      <a:avLst/>
                    </a:prstGeom>
                    <ask:type>
                      <ask:lineSketchCurve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Remission 0.8 </a:t>
              </a:r>
              <a:endParaRPr lang="en-GB" sz="1200" dirty="0">
                <a:solidFill>
                  <a:schemeClr val="tx1"/>
                </a:solidFill>
              </a:endParaRPr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C5D2E9F9-CD03-837D-AAC9-49D7EC5C3706}"/>
                </a:ext>
              </a:extLst>
            </p:cNvPr>
            <p:cNvSpPr/>
            <p:nvPr/>
          </p:nvSpPr>
          <p:spPr>
            <a:xfrm>
              <a:off x="7485727" y="3255632"/>
              <a:ext cx="821530" cy="335091"/>
            </a:xfrm>
            <a:custGeom>
              <a:avLst/>
              <a:gdLst>
                <a:gd name="connsiteX0" fmla="*/ 0 w 821530"/>
                <a:gd name="connsiteY0" fmla="*/ 167546 h 335091"/>
                <a:gd name="connsiteX1" fmla="*/ 410765 w 821530"/>
                <a:gd name="connsiteY1" fmla="*/ 0 h 335091"/>
                <a:gd name="connsiteX2" fmla="*/ 821530 w 821530"/>
                <a:gd name="connsiteY2" fmla="*/ 167546 h 335091"/>
                <a:gd name="connsiteX3" fmla="*/ 410765 w 821530"/>
                <a:gd name="connsiteY3" fmla="*/ 335092 h 335091"/>
                <a:gd name="connsiteX4" fmla="*/ 0 w 821530"/>
                <a:gd name="connsiteY4" fmla="*/ 167546 h 3350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21530" h="335091" fill="none" extrusionOk="0">
                  <a:moveTo>
                    <a:pt x="0" y="167546"/>
                  </a:moveTo>
                  <a:cubicBezTo>
                    <a:pt x="34707" y="70567"/>
                    <a:pt x="212227" y="15523"/>
                    <a:pt x="410765" y="0"/>
                  </a:cubicBezTo>
                  <a:cubicBezTo>
                    <a:pt x="621164" y="-4540"/>
                    <a:pt x="828756" y="76644"/>
                    <a:pt x="821530" y="167546"/>
                  </a:cubicBezTo>
                  <a:cubicBezTo>
                    <a:pt x="849843" y="257248"/>
                    <a:pt x="613158" y="361055"/>
                    <a:pt x="410765" y="335092"/>
                  </a:cubicBezTo>
                  <a:cubicBezTo>
                    <a:pt x="184835" y="337948"/>
                    <a:pt x="1150" y="271807"/>
                    <a:pt x="0" y="167546"/>
                  </a:cubicBezTo>
                  <a:close/>
                </a:path>
                <a:path w="821530" h="335091" stroke="0" extrusionOk="0">
                  <a:moveTo>
                    <a:pt x="0" y="167546"/>
                  </a:moveTo>
                  <a:cubicBezTo>
                    <a:pt x="9895" y="66156"/>
                    <a:pt x="169166" y="12826"/>
                    <a:pt x="410765" y="0"/>
                  </a:cubicBezTo>
                  <a:cubicBezTo>
                    <a:pt x="635177" y="-12035"/>
                    <a:pt x="814971" y="83178"/>
                    <a:pt x="821530" y="167546"/>
                  </a:cubicBezTo>
                  <a:cubicBezTo>
                    <a:pt x="835771" y="293152"/>
                    <a:pt x="637716" y="332189"/>
                    <a:pt x="410765" y="335092"/>
                  </a:cubicBezTo>
                  <a:cubicBezTo>
                    <a:pt x="182228" y="348613"/>
                    <a:pt x="-4433" y="258907"/>
                    <a:pt x="0" y="167546"/>
                  </a:cubicBezTo>
                  <a:close/>
                </a:path>
              </a:pathLst>
            </a:custGeom>
            <a:solidFill>
              <a:schemeClr val="accent2">
                <a:lumMod val="20000"/>
                <a:lumOff val="80000"/>
              </a:schemeClr>
            </a:solidFill>
            <a:ln>
              <a:solidFill>
                <a:srgbClr val="FF0000"/>
              </a:solidFill>
              <a:prstDash val="dashDot"/>
              <a:extLst>
                <a:ext uri="{C807C97D-BFC1-408E-A445-0C87EB9F89A2}">
                  <ask:lineSketchStyleProps xmlns:ask="http://schemas.microsoft.com/office/drawing/2018/sketchyshapes" sd="2091018771">
                    <a:prstGeom prst="ellipse">
                      <a:avLst/>
                    </a:prstGeom>
                    <ask:type>
                      <ask:lineSketchCurve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 err="1">
                  <a:solidFill>
                    <a:schemeClr val="tx1"/>
                  </a:solidFill>
                </a:rPr>
                <a:t>mbcs.ontx</a:t>
              </a:r>
              <a:endParaRPr lang="en-GB" sz="1200" dirty="0">
                <a:solidFill>
                  <a:schemeClr val="tx1"/>
                </a:solidFill>
              </a:endParaRPr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7D90D830-F100-C2E3-31DC-3A9E22DFFC3C}"/>
                </a:ext>
              </a:extLst>
            </p:cNvPr>
            <p:cNvSpPr/>
            <p:nvPr/>
          </p:nvSpPr>
          <p:spPr>
            <a:xfrm>
              <a:off x="8019317" y="5654206"/>
              <a:ext cx="821530" cy="335091"/>
            </a:xfrm>
            <a:custGeom>
              <a:avLst/>
              <a:gdLst>
                <a:gd name="connsiteX0" fmla="*/ 0 w 821530"/>
                <a:gd name="connsiteY0" fmla="*/ 167546 h 335091"/>
                <a:gd name="connsiteX1" fmla="*/ 410765 w 821530"/>
                <a:gd name="connsiteY1" fmla="*/ 0 h 335091"/>
                <a:gd name="connsiteX2" fmla="*/ 821530 w 821530"/>
                <a:gd name="connsiteY2" fmla="*/ 167546 h 335091"/>
                <a:gd name="connsiteX3" fmla="*/ 410765 w 821530"/>
                <a:gd name="connsiteY3" fmla="*/ 335092 h 335091"/>
                <a:gd name="connsiteX4" fmla="*/ 0 w 821530"/>
                <a:gd name="connsiteY4" fmla="*/ 167546 h 3350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21530" h="335091" fill="none" extrusionOk="0">
                  <a:moveTo>
                    <a:pt x="0" y="167546"/>
                  </a:moveTo>
                  <a:cubicBezTo>
                    <a:pt x="2777" y="73491"/>
                    <a:pt x="214844" y="-2608"/>
                    <a:pt x="410765" y="0"/>
                  </a:cubicBezTo>
                  <a:cubicBezTo>
                    <a:pt x="623881" y="8707"/>
                    <a:pt x="838486" y="77540"/>
                    <a:pt x="821530" y="167546"/>
                  </a:cubicBezTo>
                  <a:cubicBezTo>
                    <a:pt x="831213" y="249518"/>
                    <a:pt x="617286" y="328469"/>
                    <a:pt x="410765" y="335092"/>
                  </a:cubicBezTo>
                  <a:cubicBezTo>
                    <a:pt x="175661" y="340340"/>
                    <a:pt x="7697" y="274906"/>
                    <a:pt x="0" y="167546"/>
                  </a:cubicBezTo>
                  <a:close/>
                </a:path>
                <a:path w="821530" h="335091" stroke="0" extrusionOk="0">
                  <a:moveTo>
                    <a:pt x="0" y="167546"/>
                  </a:moveTo>
                  <a:cubicBezTo>
                    <a:pt x="9587" y="66287"/>
                    <a:pt x="191853" y="20164"/>
                    <a:pt x="410765" y="0"/>
                  </a:cubicBezTo>
                  <a:cubicBezTo>
                    <a:pt x="636501" y="-621"/>
                    <a:pt x="804631" y="80670"/>
                    <a:pt x="821530" y="167546"/>
                  </a:cubicBezTo>
                  <a:cubicBezTo>
                    <a:pt x="828441" y="262634"/>
                    <a:pt x="624609" y="351582"/>
                    <a:pt x="410765" y="335092"/>
                  </a:cubicBezTo>
                  <a:cubicBezTo>
                    <a:pt x="194573" y="343492"/>
                    <a:pt x="-10657" y="266243"/>
                    <a:pt x="0" y="167546"/>
                  </a:cubicBezTo>
                  <a:close/>
                </a:path>
              </a:pathLst>
            </a:custGeom>
            <a:solidFill>
              <a:schemeClr val="accent2">
                <a:lumMod val="20000"/>
                <a:lumOff val="80000"/>
              </a:schemeClr>
            </a:solidFill>
            <a:ln>
              <a:solidFill>
                <a:srgbClr val="FF0000"/>
              </a:solidFill>
              <a:prstDash val="dashDot"/>
              <a:extLst>
                <a:ext uri="{C807C97D-BFC1-408E-A445-0C87EB9F89A2}">
                  <ask:lineSketchStyleProps xmlns:ask="http://schemas.microsoft.com/office/drawing/2018/sketchyshapes" sd="1808761005">
                    <a:prstGeom prst="ellipse">
                      <a:avLst/>
                    </a:prstGeom>
                    <ask:type>
                      <ask:lineSketchCurve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 err="1">
                  <a:solidFill>
                    <a:schemeClr val="tx1"/>
                  </a:solidFill>
                </a:rPr>
                <a:t>mbcs.ontx</a:t>
              </a:r>
              <a:endParaRPr lang="en-GB" sz="1200" dirty="0">
                <a:solidFill>
                  <a:schemeClr val="tx1"/>
                </a:solidFill>
              </a:endParaRPr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61113D1D-CD60-E11A-437B-92BBDA3D10CA}"/>
                </a:ext>
              </a:extLst>
            </p:cNvPr>
            <p:cNvSpPr/>
            <p:nvPr/>
          </p:nvSpPr>
          <p:spPr>
            <a:xfrm>
              <a:off x="2513290" y="3213830"/>
              <a:ext cx="971550" cy="287757"/>
            </a:xfrm>
            <a:custGeom>
              <a:avLst/>
              <a:gdLst>
                <a:gd name="connsiteX0" fmla="*/ 0 w 971550"/>
                <a:gd name="connsiteY0" fmla="*/ 143879 h 287757"/>
                <a:gd name="connsiteX1" fmla="*/ 485775 w 971550"/>
                <a:gd name="connsiteY1" fmla="*/ 0 h 287757"/>
                <a:gd name="connsiteX2" fmla="*/ 971550 w 971550"/>
                <a:gd name="connsiteY2" fmla="*/ 143879 h 287757"/>
                <a:gd name="connsiteX3" fmla="*/ 485775 w 971550"/>
                <a:gd name="connsiteY3" fmla="*/ 287758 h 287757"/>
                <a:gd name="connsiteX4" fmla="*/ 0 w 971550"/>
                <a:gd name="connsiteY4" fmla="*/ 143879 h 287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71550" h="287757" fill="none" extrusionOk="0">
                  <a:moveTo>
                    <a:pt x="0" y="143879"/>
                  </a:moveTo>
                  <a:cubicBezTo>
                    <a:pt x="40681" y="79199"/>
                    <a:pt x="207772" y="38369"/>
                    <a:pt x="485775" y="0"/>
                  </a:cubicBezTo>
                  <a:cubicBezTo>
                    <a:pt x="760625" y="-8879"/>
                    <a:pt x="980142" y="60501"/>
                    <a:pt x="971550" y="143879"/>
                  </a:cubicBezTo>
                  <a:cubicBezTo>
                    <a:pt x="967471" y="192463"/>
                    <a:pt x="744174" y="277237"/>
                    <a:pt x="485775" y="287758"/>
                  </a:cubicBezTo>
                  <a:cubicBezTo>
                    <a:pt x="218854" y="275230"/>
                    <a:pt x="5303" y="226663"/>
                    <a:pt x="0" y="143879"/>
                  </a:cubicBezTo>
                  <a:close/>
                </a:path>
                <a:path w="971550" h="287757" stroke="0" extrusionOk="0">
                  <a:moveTo>
                    <a:pt x="0" y="143879"/>
                  </a:moveTo>
                  <a:cubicBezTo>
                    <a:pt x="6600" y="80081"/>
                    <a:pt x="199556" y="-13371"/>
                    <a:pt x="485775" y="0"/>
                  </a:cubicBezTo>
                  <a:cubicBezTo>
                    <a:pt x="739520" y="1883"/>
                    <a:pt x="975339" y="63868"/>
                    <a:pt x="971550" y="143879"/>
                  </a:cubicBezTo>
                  <a:cubicBezTo>
                    <a:pt x="978973" y="221089"/>
                    <a:pt x="759726" y="282679"/>
                    <a:pt x="485775" y="287758"/>
                  </a:cubicBezTo>
                  <a:cubicBezTo>
                    <a:pt x="208120" y="288534"/>
                    <a:pt x="-2537" y="232239"/>
                    <a:pt x="0" y="143879"/>
                  </a:cubicBezTo>
                  <a:close/>
                </a:path>
              </a:pathLst>
            </a:custGeom>
            <a:solidFill>
              <a:schemeClr val="accent2">
                <a:lumMod val="20000"/>
                <a:lumOff val="80000"/>
              </a:schemeClr>
            </a:solidFill>
            <a:ln>
              <a:solidFill>
                <a:srgbClr val="FF0000"/>
              </a:solidFill>
              <a:prstDash val="dashDot"/>
              <a:extLst>
                <a:ext uri="{C807C97D-BFC1-408E-A445-0C87EB9F89A2}">
                  <ask:lineSketchStyleProps xmlns:ask="http://schemas.microsoft.com/office/drawing/2018/sketchyshapes" sd="579111871">
                    <a:prstGeom prst="ellipse">
                      <a:avLst/>
                    </a:prstGeom>
                    <ask:type>
                      <ask:lineSketchCurve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200" dirty="0" err="1">
                  <a:solidFill>
                    <a:schemeClr val="tx1"/>
                  </a:solidFill>
                </a:rPr>
                <a:t>tx.beva</a:t>
              </a:r>
              <a:endParaRPr lang="en-GB" sz="1200" dirty="0">
                <a:solidFill>
                  <a:schemeClr val="tx1"/>
                </a:solidFill>
              </a:endParaRPr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EA58DFB5-65FD-B890-E163-8DCAE053333F}"/>
                </a:ext>
              </a:extLst>
            </p:cNvPr>
            <p:cNvSpPr/>
            <p:nvPr/>
          </p:nvSpPr>
          <p:spPr>
            <a:xfrm>
              <a:off x="8307257" y="4917214"/>
              <a:ext cx="1395033" cy="456268"/>
            </a:xfrm>
            <a:custGeom>
              <a:avLst/>
              <a:gdLst>
                <a:gd name="connsiteX0" fmla="*/ 0 w 1395033"/>
                <a:gd name="connsiteY0" fmla="*/ 228134 h 456268"/>
                <a:gd name="connsiteX1" fmla="*/ 697517 w 1395033"/>
                <a:gd name="connsiteY1" fmla="*/ 0 h 456268"/>
                <a:gd name="connsiteX2" fmla="*/ 1395034 w 1395033"/>
                <a:gd name="connsiteY2" fmla="*/ 228134 h 456268"/>
                <a:gd name="connsiteX3" fmla="*/ 697517 w 1395033"/>
                <a:gd name="connsiteY3" fmla="*/ 456268 h 456268"/>
                <a:gd name="connsiteX4" fmla="*/ 0 w 1395033"/>
                <a:gd name="connsiteY4" fmla="*/ 228134 h 456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95033" h="456268" fill="none" extrusionOk="0">
                  <a:moveTo>
                    <a:pt x="0" y="228134"/>
                  </a:moveTo>
                  <a:cubicBezTo>
                    <a:pt x="-44957" y="83721"/>
                    <a:pt x="295186" y="30904"/>
                    <a:pt x="697517" y="0"/>
                  </a:cubicBezTo>
                  <a:cubicBezTo>
                    <a:pt x="1093657" y="12530"/>
                    <a:pt x="1406992" y="114363"/>
                    <a:pt x="1395034" y="228134"/>
                  </a:cubicBezTo>
                  <a:cubicBezTo>
                    <a:pt x="1360406" y="343518"/>
                    <a:pt x="1104730" y="481657"/>
                    <a:pt x="697517" y="456268"/>
                  </a:cubicBezTo>
                  <a:cubicBezTo>
                    <a:pt x="305558" y="465368"/>
                    <a:pt x="-3139" y="351250"/>
                    <a:pt x="0" y="228134"/>
                  </a:cubicBezTo>
                  <a:close/>
                </a:path>
                <a:path w="1395033" h="456268" stroke="0" extrusionOk="0">
                  <a:moveTo>
                    <a:pt x="0" y="228134"/>
                  </a:moveTo>
                  <a:cubicBezTo>
                    <a:pt x="21290" y="70803"/>
                    <a:pt x="342152" y="46809"/>
                    <a:pt x="697517" y="0"/>
                  </a:cubicBezTo>
                  <a:cubicBezTo>
                    <a:pt x="1077536" y="-14501"/>
                    <a:pt x="1400084" y="105159"/>
                    <a:pt x="1395034" y="228134"/>
                  </a:cubicBezTo>
                  <a:cubicBezTo>
                    <a:pt x="1389515" y="293901"/>
                    <a:pt x="1056970" y="467877"/>
                    <a:pt x="697517" y="456268"/>
                  </a:cubicBezTo>
                  <a:cubicBezTo>
                    <a:pt x="309837" y="444502"/>
                    <a:pt x="5455" y="361995"/>
                    <a:pt x="0" y="228134"/>
                  </a:cubicBezTo>
                  <a:close/>
                </a:path>
              </a:pathLst>
            </a:custGeom>
            <a:solidFill>
              <a:schemeClr val="accent2">
                <a:lumMod val="20000"/>
                <a:lumOff val="80000"/>
              </a:schemeClr>
            </a:solidFill>
            <a:ln>
              <a:solidFill>
                <a:srgbClr val="FF0000"/>
              </a:solidFill>
              <a:prstDash val="dashDot"/>
              <a:extLst>
                <a:ext uri="{C807C97D-BFC1-408E-A445-0C87EB9F89A2}">
                  <ask:lineSketchStyleProps xmlns:ask="http://schemas.microsoft.com/office/drawing/2018/sketchyshapes" sd="1617256088">
                    <a:prstGeom prst="ellipse">
                      <a:avLst/>
                    </a:prstGeom>
                    <ask:type>
                      <ask:lineSketchCurve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 err="1">
                  <a:solidFill>
                    <a:schemeClr val="tx1"/>
                  </a:solidFill>
                </a:rPr>
                <a:t>mbcs.progression.mbc</a:t>
              </a:r>
              <a:endParaRPr lang="en-GB" sz="1200" dirty="0">
                <a:solidFill>
                  <a:schemeClr val="tx1"/>
                </a:solidFill>
              </a:endParaRP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4A97BA26-D7C8-3DD5-4410-D12E8E31A1F9}"/>
                </a:ext>
              </a:extLst>
            </p:cNvPr>
            <p:cNvSpPr/>
            <p:nvPr/>
          </p:nvSpPr>
          <p:spPr>
            <a:xfrm>
              <a:off x="9420841" y="4922885"/>
              <a:ext cx="1078641" cy="456267"/>
            </a:xfrm>
            <a:custGeom>
              <a:avLst/>
              <a:gdLst>
                <a:gd name="connsiteX0" fmla="*/ 0 w 1078641"/>
                <a:gd name="connsiteY0" fmla="*/ 228134 h 456267"/>
                <a:gd name="connsiteX1" fmla="*/ 539321 w 1078641"/>
                <a:gd name="connsiteY1" fmla="*/ 0 h 456267"/>
                <a:gd name="connsiteX2" fmla="*/ 1078642 w 1078641"/>
                <a:gd name="connsiteY2" fmla="*/ 228134 h 456267"/>
                <a:gd name="connsiteX3" fmla="*/ 539321 w 1078641"/>
                <a:gd name="connsiteY3" fmla="*/ 456268 h 456267"/>
                <a:gd name="connsiteX4" fmla="*/ 0 w 1078641"/>
                <a:gd name="connsiteY4" fmla="*/ 228134 h 456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78641" h="456267" fill="none" extrusionOk="0">
                  <a:moveTo>
                    <a:pt x="0" y="228134"/>
                  </a:moveTo>
                  <a:cubicBezTo>
                    <a:pt x="45497" y="99253"/>
                    <a:pt x="228381" y="-8057"/>
                    <a:pt x="539321" y="0"/>
                  </a:cubicBezTo>
                  <a:cubicBezTo>
                    <a:pt x="844293" y="7534"/>
                    <a:pt x="1076753" y="100156"/>
                    <a:pt x="1078642" y="228134"/>
                  </a:cubicBezTo>
                  <a:cubicBezTo>
                    <a:pt x="1073014" y="365899"/>
                    <a:pt x="870076" y="416618"/>
                    <a:pt x="539321" y="456268"/>
                  </a:cubicBezTo>
                  <a:cubicBezTo>
                    <a:pt x="222486" y="444949"/>
                    <a:pt x="-2216" y="372490"/>
                    <a:pt x="0" y="228134"/>
                  </a:cubicBezTo>
                  <a:close/>
                </a:path>
                <a:path w="1078641" h="456267" stroke="0" extrusionOk="0">
                  <a:moveTo>
                    <a:pt x="0" y="228134"/>
                  </a:moveTo>
                  <a:cubicBezTo>
                    <a:pt x="-2607" y="119518"/>
                    <a:pt x="241771" y="8014"/>
                    <a:pt x="539321" y="0"/>
                  </a:cubicBezTo>
                  <a:cubicBezTo>
                    <a:pt x="835153" y="2261"/>
                    <a:pt x="1074393" y="81734"/>
                    <a:pt x="1078642" y="228134"/>
                  </a:cubicBezTo>
                  <a:cubicBezTo>
                    <a:pt x="1083718" y="350235"/>
                    <a:pt x="793807" y="480572"/>
                    <a:pt x="539321" y="456268"/>
                  </a:cubicBezTo>
                  <a:cubicBezTo>
                    <a:pt x="224891" y="468371"/>
                    <a:pt x="11817" y="334192"/>
                    <a:pt x="0" y="228134"/>
                  </a:cubicBezTo>
                  <a:close/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accent6">
                  <a:lumMod val="75000"/>
                </a:schemeClr>
              </a:solidFill>
              <a:prstDash val="dashDot"/>
              <a:extLst>
                <a:ext uri="{C807C97D-BFC1-408E-A445-0C87EB9F89A2}">
                  <ask:lineSketchStyleProps xmlns:ask="http://schemas.microsoft.com/office/drawing/2018/sketchyshapes" sd="2998267428">
                    <a:prstGeom prst="ellipse">
                      <a:avLst/>
                    </a:prstGeom>
                    <ask:type>
                      <ask:lineSketchCurve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 err="1">
                  <a:solidFill>
                    <a:schemeClr val="tx1"/>
                  </a:solidFill>
                </a:rPr>
                <a:t>mbcs</a:t>
              </a:r>
              <a:r>
                <a:rPr lang="en-US" sz="1200" dirty="0">
                  <a:solidFill>
                    <a:schemeClr val="tx1"/>
                  </a:solidFill>
                </a:rPr>
                <a:t>. _2ndline</a:t>
              </a:r>
              <a:endParaRPr lang="en-GB" sz="1200" dirty="0">
                <a:solidFill>
                  <a:schemeClr val="tx1"/>
                </a:solidFill>
              </a:endParaRPr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DDF79582-2C11-C498-F385-5A38082ABF79}"/>
                </a:ext>
              </a:extLst>
            </p:cNvPr>
            <p:cNvSpPr/>
            <p:nvPr/>
          </p:nvSpPr>
          <p:spPr>
            <a:xfrm>
              <a:off x="7537137" y="2689534"/>
              <a:ext cx="1395033" cy="456268"/>
            </a:xfrm>
            <a:custGeom>
              <a:avLst/>
              <a:gdLst>
                <a:gd name="connsiteX0" fmla="*/ 0 w 1395033"/>
                <a:gd name="connsiteY0" fmla="*/ 228134 h 456268"/>
                <a:gd name="connsiteX1" fmla="*/ 697517 w 1395033"/>
                <a:gd name="connsiteY1" fmla="*/ 0 h 456268"/>
                <a:gd name="connsiteX2" fmla="*/ 1395034 w 1395033"/>
                <a:gd name="connsiteY2" fmla="*/ 228134 h 456268"/>
                <a:gd name="connsiteX3" fmla="*/ 697517 w 1395033"/>
                <a:gd name="connsiteY3" fmla="*/ 456268 h 456268"/>
                <a:gd name="connsiteX4" fmla="*/ 0 w 1395033"/>
                <a:gd name="connsiteY4" fmla="*/ 228134 h 456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95033" h="456268" fill="none" extrusionOk="0">
                  <a:moveTo>
                    <a:pt x="0" y="228134"/>
                  </a:moveTo>
                  <a:cubicBezTo>
                    <a:pt x="-44957" y="83721"/>
                    <a:pt x="295186" y="30904"/>
                    <a:pt x="697517" y="0"/>
                  </a:cubicBezTo>
                  <a:cubicBezTo>
                    <a:pt x="1093657" y="12530"/>
                    <a:pt x="1406992" y="114363"/>
                    <a:pt x="1395034" y="228134"/>
                  </a:cubicBezTo>
                  <a:cubicBezTo>
                    <a:pt x="1360406" y="343518"/>
                    <a:pt x="1104730" y="481657"/>
                    <a:pt x="697517" y="456268"/>
                  </a:cubicBezTo>
                  <a:cubicBezTo>
                    <a:pt x="305558" y="465368"/>
                    <a:pt x="-3139" y="351250"/>
                    <a:pt x="0" y="228134"/>
                  </a:cubicBezTo>
                  <a:close/>
                </a:path>
                <a:path w="1395033" h="456268" stroke="0" extrusionOk="0">
                  <a:moveTo>
                    <a:pt x="0" y="228134"/>
                  </a:moveTo>
                  <a:cubicBezTo>
                    <a:pt x="21290" y="70803"/>
                    <a:pt x="342152" y="46809"/>
                    <a:pt x="697517" y="0"/>
                  </a:cubicBezTo>
                  <a:cubicBezTo>
                    <a:pt x="1077536" y="-14501"/>
                    <a:pt x="1400084" y="105159"/>
                    <a:pt x="1395034" y="228134"/>
                  </a:cubicBezTo>
                  <a:cubicBezTo>
                    <a:pt x="1389515" y="293901"/>
                    <a:pt x="1056970" y="467877"/>
                    <a:pt x="697517" y="456268"/>
                  </a:cubicBezTo>
                  <a:cubicBezTo>
                    <a:pt x="309837" y="444502"/>
                    <a:pt x="5455" y="361995"/>
                    <a:pt x="0" y="228134"/>
                  </a:cubicBezTo>
                  <a:close/>
                </a:path>
              </a:pathLst>
            </a:custGeom>
            <a:solidFill>
              <a:schemeClr val="accent2">
                <a:lumMod val="20000"/>
                <a:lumOff val="80000"/>
              </a:schemeClr>
            </a:solidFill>
            <a:ln>
              <a:solidFill>
                <a:srgbClr val="FF0000"/>
              </a:solidFill>
              <a:prstDash val="dashDot"/>
              <a:extLst>
                <a:ext uri="{C807C97D-BFC1-408E-A445-0C87EB9F89A2}">
                  <ask:lineSketchStyleProps xmlns:ask="http://schemas.microsoft.com/office/drawing/2018/sketchyshapes" sd="1617256088">
                    <a:prstGeom prst="ellipse">
                      <a:avLst/>
                    </a:prstGeom>
                    <ask:type>
                      <ask:lineSketchCurve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 err="1">
                  <a:solidFill>
                    <a:schemeClr val="tx1"/>
                  </a:solidFill>
                </a:rPr>
                <a:t>mbcs.progression.mbc</a:t>
              </a:r>
              <a:endParaRPr lang="en-GB" sz="1200" dirty="0">
                <a:solidFill>
                  <a:schemeClr val="tx1"/>
                </a:solidFill>
              </a:endParaRPr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1F44BB3C-31D4-C62C-D7BD-5FE9BF29C850}"/>
                </a:ext>
              </a:extLst>
            </p:cNvPr>
            <p:cNvSpPr/>
            <p:nvPr/>
          </p:nvSpPr>
          <p:spPr>
            <a:xfrm>
              <a:off x="8648403" y="2710167"/>
              <a:ext cx="1078641" cy="456267"/>
            </a:xfrm>
            <a:custGeom>
              <a:avLst/>
              <a:gdLst>
                <a:gd name="connsiteX0" fmla="*/ 0 w 1078641"/>
                <a:gd name="connsiteY0" fmla="*/ 228134 h 456267"/>
                <a:gd name="connsiteX1" fmla="*/ 539321 w 1078641"/>
                <a:gd name="connsiteY1" fmla="*/ 0 h 456267"/>
                <a:gd name="connsiteX2" fmla="*/ 1078642 w 1078641"/>
                <a:gd name="connsiteY2" fmla="*/ 228134 h 456267"/>
                <a:gd name="connsiteX3" fmla="*/ 539321 w 1078641"/>
                <a:gd name="connsiteY3" fmla="*/ 456268 h 456267"/>
                <a:gd name="connsiteX4" fmla="*/ 0 w 1078641"/>
                <a:gd name="connsiteY4" fmla="*/ 228134 h 456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78641" h="456267" fill="none" extrusionOk="0">
                  <a:moveTo>
                    <a:pt x="0" y="228134"/>
                  </a:moveTo>
                  <a:cubicBezTo>
                    <a:pt x="45497" y="99253"/>
                    <a:pt x="228381" y="-8057"/>
                    <a:pt x="539321" y="0"/>
                  </a:cubicBezTo>
                  <a:cubicBezTo>
                    <a:pt x="844293" y="7534"/>
                    <a:pt x="1076753" y="100156"/>
                    <a:pt x="1078642" y="228134"/>
                  </a:cubicBezTo>
                  <a:cubicBezTo>
                    <a:pt x="1073014" y="365899"/>
                    <a:pt x="870076" y="416618"/>
                    <a:pt x="539321" y="456268"/>
                  </a:cubicBezTo>
                  <a:cubicBezTo>
                    <a:pt x="222486" y="444949"/>
                    <a:pt x="-2216" y="372490"/>
                    <a:pt x="0" y="228134"/>
                  </a:cubicBezTo>
                  <a:close/>
                </a:path>
                <a:path w="1078641" h="456267" stroke="0" extrusionOk="0">
                  <a:moveTo>
                    <a:pt x="0" y="228134"/>
                  </a:moveTo>
                  <a:cubicBezTo>
                    <a:pt x="-2607" y="119518"/>
                    <a:pt x="241771" y="8014"/>
                    <a:pt x="539321" y="0"/>
                  </a:cubicBezTo>
                  <a:cubicBezTo>
                    <a:pt x="835153" y="2261"/>
                    <a:pt x="1074393" y="81734"/>
                    <a:pt x="1078642" y="228134"/>
                  </a:cubicBezTo>
                  <a:cubicBezTo>
                    <a:pt x="1083718" y="350235"/>
                    <a:pt x="793807" y="480572"/>
                    <a:pt x="539321" y="456268"/>
                  </a:cubicBezTo>
                  <a:cubicBezTo>
                    <a:pt x="224891" y="468371"/>
                    <a:pt x="11817" y="334192"/>
                    <a:pt x="0" y="228134"/>
                  </a:cubicBezTo>
                  <a:close/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accent6">
                  <a:lumMod val="75000"/>
                </a:schemeClr>
              </a:solidFill>
              <a:prstDash val="dashDot"/>
              <a:extLst>
                <a:ext uri="{C807C97D-BFC1-408E-A445-0C87EB9F89A2}">
                  <ask:lineSketchStyleProps xmlns:ask="http://schemas.microsoft.com/office/drawing/2018/sketchyshapes" sd="2998267428">
                    <a:prstGeom prst="ellipse">
                      <a:avLst/>
                    </a:prstGeom>
                    <ask:type>
                      <ask:lineSketchCurve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 err="1">
                  <a:solidFill>
                    <a:schemeClr val="tx1"/>
                  </a:solidFill>
                </a:rPr>
                <a:t>mbcs</a:t>
              </a:r>
              <a:r>
                <a:rPr lang="en-US" sz="1200" dirty="0">
                  <a:solidFill>
                    <a:schemeClr val="tx1"/>
                  </a:solidFill>
                </a:rPr>
                <a:t>. _2ndline</a:t>
              </a:r>
              <a:endParaRPr lang="en-GB" sz="1200" dirty="0">
                <a:solidFill>
                  <a:schemeClr val="tx1"/>
                </a:solidFill>
              </a:endParaRPr>
            </a:p>
          </p:txBody>
        </p:sp>
        <p:sp>
          <p:nvSpPr>
            <p:cNvPr id="25" name="Heptagon 24">
              <a:extLst>
                <a:ext uri="{FF2B5EF4-FFF2-40B4-BE49-F238E27FC236}">
                  <a16:creationId xmlns:a16="http://schemas.microsoft.com/office/drawing/2014/main" id="{03FCB259-2FAB-597F-95A3-6B91DC7DF162}"/>
                </a:ext>
              </a:extLst>
            </p:cNvPr>
            <p:cNvSpPr/>
            <p:nvPr/>
          </p:nvSpPr>
          <p:spPr>
            <a:xfrm>
              <a:off x="10311677" y="5058483"/>
              <a:ext cx="891108" cy="408508"/>
            </a:xfrm>
            <a:custGeom>
              <a:avLst/>
              <a:gdLst>
                <a:gd name="connsiteX0" fmla="*/ -2 w 891108"/>
                <a:gd name="connsiteY0" fmla="*/ 262714 h 408508"/>
                <a:gd name="connsiteX1" fmla="*/ 88247 w 891108"/>
                <a:gd name="connsiteY1" fmla="*/ 80910 h 408508"/>
                <a:gd name="connsiteX2" fmla="*/ 445554 w 891108"/>
                <a:gd name="connsiteY2" fmla="*/ 0 h 408508"/>
                <a:gd name="connsiteX3" fmla="*/ 802861 w 891108"/>
                <a:gd name="connsiteY3" fmla="*/ 80910 h 408508"/>
                <a:gd name="connsiteX4" fmla="*/ 891110 w 891108"/>
                <a:gd name="connsiteY4" fmla="*/ 262714 h 408508"/>
                <a:gd name="connsiteX5" fmla="*/ 643843 w 891108"/>
                <a:gd name="connsiteY5" fmla="*/ 408510 h 408508"/>
                <a:gd name="connsiteX6" fmla="*/ 247265 w 891108"/>
                <a:gd name="connsiteY6" fmla="*/ 408510 h 408508"/>
                <a:gd name="connsiteX7" fmla="*/ -2 w 891108"/>
                <a:gd name="connsiteY7" fmla="*/ 262714 h 4085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91108" h="408508" fill="none" extrusionOk="0">
                  <a:moveTo>
                    <a:pt x="-2" y="262714"/>
                  </a:moveTo>
                  <a:cubicBezTo>
                    <a:pt x="28273" y="173868"/>
                    <a:pt x="69631" y="108508"/>
                    <a:pt x="88247" y="80910"/>
                  </a:cubicBezTo>
                  <a:cubicBezTo>
                    <a:pt x="207408" y="84551"/>
                    <a:pt x="296709" y="31853"/>
                    <a:pt x="445554" y="0"/>
                  </a:cubicBezTo>
                  <a:cubicBezTo>
                    <a:pt x="612869" y="66726"/>
                    <a:pt x="736154" y="53978"/>
                    <a:pt x="802861" y="80910"/>
                  </a:cubicBezTo>
                  <a:cubicBezTo>
                    <a:pt x="832768" y="159182"/>
                    <a:pt x="888950" y="236904"/>
                    <a:pt x="891110" y="262714"/>
                  </a:cubicBezTo>
                  <a:cubicBezTo>
                    <a:pt x="796654" y="324521"/>
                    <a:pt x="733355" y="377381"/>
                    <a:pt x="643843" y="408510"/>
                  </a:cubicBezTo>
                  <a:cubicBezTo>
                    <a:pt x="603846" y="433721"/>
                    <a:pt x="375127" y="428258"/>
                    <a:pt x="247265" y="408510"/>
                  </a:cubicBezTo>
                  <a:cubicBezTo>
                    <a:pt x="166148" y="338382"/>
                    <a:pt x="53937" y="294733"/>
                    <a:pt x="-2" y="262714"/>
                  </a:cubicBezTo>
                  <a:close/>
                </a:path>
                <a:path w="891108" h="408508" stroke="0" extrusionOk="0">
                  <a:moveTo>
                    <a:pt x="-2" y="262714"/>
                  </a:moveTo>
                  <a:cubicBezTo>
                    <a:pt x="8319" y="216208"/>
                    <a:pt x="43225" y="134400"/>
                    <a:pt x="88247" y="80910"/>
                  </a:cubicBezTo>
                  <a:cubicBezTo>
                    <a:pt x="220556" y="62073"/>
                    <a:pt x="357820" y="50620"/>
                    <a:pt x="445554" y="0"/>
                  </a:cubicBezTo>
                  <a:cubicBezTo>
                    <a:pt x="600483" y="34917"/>
                    <a:pt x="641236" y="32032"/>
                    <a:pt x="802861" y="80910"/>
                  </a:cubicBezTo>
                  <a:cubicBezTo>
                    <a:pt x="805836" y="117658"/>
                    <a:pt x="885869" y="219245"/>
                    <a:pt x="891110" y="262714"/>
                  </a:cubicBezTo>
                  <a:cubicBezTo>
                    <a:pt x="821151" y="274741"/>
                    <a:pt x="674066" y="367359"/>
                    <a:pt x="643843" y="408510"/>
                  </a:cubicBezTo>
                  <a:cubicBezTo>
                    <a:pt x="558849" y="424724"/>
                    <a:pt x="346963" y="421714"/>
                    <a:pt x="247265" y="408510"/>
                  </a:cubicBezTo>
                  <a:cubicBezTo>
                    <a:pt x="201713" y="382689"/>
                    <a:pt x="34854" y="309532"/>
                    <a:pt x="-2" y="262714"/>
                  </a:cubicBezTo>
                  <a:close/>
                </a:path>
              </a:pathLst>
            </a:cu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accent6">
                  <a:lumMod val="50000"/>
                </a:schemeClr>
              </a:solidFill>
              <a:prstDash val="dashDot"/>
              <a:extLst>
                <a:ext uri="{C807C97D-BFC1-408E-A445-0C87EB9F89A2}">
                  <ask:lineSketchStyleProps xmlns:ask="http://schemas.microsoft.com/office/drawing/2018/sketchyshapes" sd="1219033472">
                    <a:prstGeom prst="heptagon">
                      <a:avLst/>
                    </a:prstGeom>
                    <ask:type>
                      <ask:lineSketchCurve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accent5">
                      <a:lumMod val="60000"/>
                      <a:lumOff val="40000"/>
                    </a:schemeClr>
                  </a:solidFill>
                </a:rPr>
                <a:t>2ndline_mbc</a:t>
              </a:r>
              <a:endParaRPr lang="en-GB" sz="1200" dirty="0">
                <a:solidFill>
                  <a:schemeClr val="accent5">
                    <a:lumMod val="60000"/>
                    <a:lumOff val="40000"/>
                  </a:schemeClr>
                </a:solidFill>
              </a:endParaRPr>
            </a:p>
          </p:txBody>
        </p:sp>
        <p:sp>
          <p:nvSpPr>
            <p:cNvPr id="26" name="Heptagon 25">
              <a:extLst>
                <a:ext uri="{FF2B5EF4-FFF2-40B4-BE49-F238E27FC236}">
                  <a16:creationId xmlns:a16="http://schemas.microsoft.com/office/drawing/2014/main" id="{83D0D528-5F20-5BB2-77F5-98D2A4D9818A}"/>
                </a:ext>
              </a:extLst>
            </p:cNvPr>
            <p:cNvSpPr/>
            <p:nvPr/>
          </p:nvSpPr>
          <p:spPr>
            <a:xfrm>
              <a:off x="9613172" y="2657632"/>
              <a:ext cx="891108" cy="461938"/>
            </a:xfrm>
            <a:custGeom>
              <a:avLst/>
              <a:gdLst>
                <a:gd name="connsiteX0" fmla="*/ -2 w 891108"/>
                <a:gd name="connsiteY0" fmla="*/ 297075 h 461938"/>
                <a:gd name="connsiteX1" fmla="*/ 88247 w 891108"/>
                <a:gd name="connsiteY1" fmla="*/ 91493 h 461938"/>
                <a:gd name="connsiteX2" fmla="*/ 445554 w 891108"/>
                <a:gd name="connsiteY2" fmla="*/ 0 h 461938"/>
                <a:gd name="connsiteX3" fmla="*/ 802861 w 891108"/>
                <a:gd name="connsiteY3" fmla="*/ 91493 h 461938"/>
                <a:gd name="connsiteX4" fmla="*/ 891110 w 891108"/>
                <a:gd name="connsiteY4" fmla="*/ 297075 h 461938"/>
                <a:gd name="connsiteX5" fmla="*/ 643843 w 891108"/>
                <a:gd name="connsiteY5" fmla="*/ 461940 h 461938"/>
                <a:gd name="connsiteX6" fmla="*/ 247265 w 891108"/>
                <a:gd name="connsiteY6" fmla="*/ 461940 h 461938"/>
                <a:gd name="connsiteX7" fmla="*/ -2 w 891108"/>
                <a:gd name="connsiteY7" fmla="*/ 297075 h 461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91108" h="461938" fill="none" extrusionOk="0">
                  <a:moveTo>
                    <a:pt x="-2" y="297075"/>
                  </a:moveTo>
                  <a:cubicBezTo>
                    <a:pt x="17305" y="269829"/>
                    <a:pt x="81103" y="154437"/>
                    <a:pt x="88247" y="91493"/>
                  </a:cubicBezTo>
                  <a:cubicBezTo>
                    <a:pt x="196064" y="90532"/>
                    <a:pt x="402797" y="13568"/>
                    <a:pt x="445554" y="0"/>
                  </a:cubicBezTo>
                  <a:cubicBezTo>
                    <a:pt x="511559" y="10815"/>
                    <a:pt x="698197" y="52713"/>
                    <a:pt x="802861" y="91493"/>
                  </a:cubicBezTo>
                  <a:cubicBezTo>
                    <a:pt x="841319" y="175752"/>
                    <a:pt x="861632" y="224954"/>
                    <a:pt x="891110" y="297075"/>
                  </a:cubicBezTo>
                  <a:cubicBezTo>
                    <a:pt x="813609" y="379619"/>
                    <a:pt x="721041" y="424002"/>
                    <a:pt x="643843" y="461940"/>
                  </a:cubicBezTo>
                  <a:cubicBezTo>
                    <a:pt x="603846" y="487151"/>
                    <a:pt x="375127" y="481688"/>
                    <a:pt x="247265" y="461940"/>
                  </a:cubicBezTo>
                  <a:cubicBezTo>
                    <a:pt x="158576" y="380598"/>
                    <a:pt x="51941" y="313700"/>
                    <a:pt x="-2" y="297075"/>
                  </a:cubicBezTo>
                  <a:close/>
                </a:path>
                <a:path w="891108" h="461938" stroke="0" extrusionOk="0">
                  <a:moveTo>
                    <a:pt x="-2" y="297075"/>
                  </a:moveTo>
                  <a:cubicBezTo>
                    <a:pt x="14832" y="262994"/>
                    <a:pt x="54737" y="149172"/>
                    <a:pt x="88247" y="91493"/>
                  </a:cubicBezTo>
                  <a:cubicBezTo>
                    <a:pt x="148595" y="54290"/>
                    <a:pt x="354614" y="18743"/>
                    <a:pt x="445554" y="0"/>
                  </a:cubicBezTo>
                  <a:cubicBezTo>
                    <a:pt x="577023" y="20684"/>
                    <a:pt x="660741" y="34030"/>
                    <a:pt x="802861" y="91493"/>
                  </a:cubicBezTo>
                  <a:cubicBezTo>
                    <a:pt x="846231" y="187724"/>
                    <a:pt x="873765" y="224250"/>
                    <a:pt x="891110" y="297075"/>
                  </a:cubicBezTo>
                  <a:cubicBezTo>
                    <a:pt x="773568" y="352657"/>
                    <a:pt x="756111" y="372116"/>
                    <a:pt x="643843" y="461940"/>
                  </a:cubicBezTo>
                  <a:cubicBezTo>
                    <a:pt x="558849" y="478154"/>
                    <a:pt x="346963" y="475144"/>
                    <a:pt x="247265" y="461940"/>
                  </a:cubicBezTo>
                  <a:cubicBezTo>
                    <a:pt x="135665" y="363952"/>
                    <a:pt x="95864" y="369591"/>
                    <a:pt x="-2" y="297075"/>
                  </a:cubicBezTo>
                  <a:close/>
                </a:path>
              </a:pathLst>
            </a:cu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accent6">
                  <a:lumMod val="50000"/>
                </a:schemeClr>
              </a:solidFill>
              <a:prstDash val="dashDot"/>
              <a:extLst>
                <a:ext uri="{C807C97D-BFC1-408E-A445-0C87EB9F89A2}">
                  <ask:lineSketchStyleProps xmlns:ask="http://schemas.microsoft.com/office/drawing/2018/sketchyshapes" sd="1219033472">
                    <a:prstGeom prst="heptagon">
                      <a:avLst/>
                    </a:prstGeom>
                    <ask:type>
                      <ask:lineSketchCurve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accent5">
                      <a:lumMod val="60000"/>
                      <a:lumOff val="40000"/>
                    </a:schemeClr>
                  </a:solidFill>
                </a:rPr>
                <a:t>2ndline_mbc</a:t>
              </a:r>
              <a:endParaRPr lang="en-GB" sz="1200" dirty="0">
                <a:solidFill>
                  <a:schemeClr val="accent5">
                    <a:lumMod val="60000"/>
                    <a:lumOff val="40000"/>
                  </a:schemeClr>
                </a:solidFill>
              </a:endParaRPr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485CB998-A683-7212-62EB-72FC1212229B}"/>
                </a:ext>
              </a:extLst>
            </p:cNvPr>
            <p:cNvSpPr/>
            <p:nvPr/>
          </p:nvSpPr>
          <p:spPr>
            <a:xfrm>
              <a:off x="2267924" y="2169895"/>
              <a:ext cx="678314" cy="223035"/>
            </a:xfrm>
            <a:custGeom>
              <a:avLst/>
              <a:gdLst>
                <a:gd name="connsiteX0" fmla="*/ 0 w 678314"/>
                <a:gd name="connsiteY0" fmla="*/ 111518 h 223035"/>
                <a:gd name="connsiteX1" fmla="*/ 339157 w 678314"/>
                <a:gd name="connsiteY1" fmla="*/ 0 h 223035"/>
                <a:gd name="connsiteX2" fmla="*/ 678314 w 678314"/>
                <a:gd name="connsiteY2" fmla="*/ 111518 h 223035"/>
                <a:gd name="connsiteX3" fmla="*/ 339157 w 678314"/>
                <a:gd name="connsiteY3" fmla="*/ 223036 h 223035"/>
                <a:gd name="connsiteX4" fmla="*/ 0 w 678314"/>
                <a:gd name="connsiteY4" fmla="*/ 111518 h 223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8314" h="223035" fill="none" extrusionOk="0">
                  <a:moveTo>
                    <a:pt x="0" y="111518"/>
                  </a:moveTo>
                  <a:cubicBezTo>
                    <a:pt x="15551" y="35147"/>
                    <a:pt x="175286" y="1547"/>
                    <a:pt x="339157" y="0"/>
                  </a:cubicBezTo>
                  <a:cubicBezTo>
                    <a:pt x="527110" y="1098"/>
                    <a:pt x="676780" y="49895"/>
                    <a:pt x="678314" y="111518"/>
                  </a:cubicBezTo>
                  <a:cubicBezTo>
                    <a:pt x="688946" y="174650"/>
                    <a:pt x="511022" y="215987"/>
                    <a:pt x="339157" y="223036"/>
                  </a:cubicBezTo>
                  <a:cubicBezTo>
                    <a:pt x="142365" y="225865"/>
                    <a:pt x="510" y="172417"/>
                    <a:pt x="0" y="111518"/>
                  </a:cubicBezTo>
                  <a:close/>
                </a:path>
                <a:path w="678314" h="223035" stroke="0" extrusionOk="0">
                  <a:moveTo>
                    <a:pt x="0" y="111518"/>
                  </a:moveTo>
                  <a:cubicBezTo>
                    <a:pt x="-6138" y="60697"/>
                    <a:pt x="140226" y="-4798"/>
                    <a:pt x="339157" y="0"/>
                  </a:cubicBezTo>
                  <a:cubicBezTo>
                    <a:pt x="532539" y="-896"/>
                    <a:pt x="674208" y="57407"/>
                    <a:pt x="678314" y="111518"/>
                  </a:cubicBezTo>
                  <a:cubicBezTo>
                    <a:pt x="654204" y="181166"/>
                    <a:pt x="510081" y="242414"/>
                    <a:pt x="339157" y="223036"/>
                  </a:cubicBezTo>
                  <a:cubicBezTo>
                    <a:pt x="153309" y="222089"/>
                    <a:pt x="-11205" y="175678"/>
                    <a:pt x="0" y="111518"/>
                  </a:cubicBezTo>
                  <a:close/>
                </a:path>
              </a:pathLst>
            </a:custGeom>
            <a:solidFill>
              <a:schemeClr val="accent2">
                <a:lumMod val="20000"/>
                <a:lumOff val="80000"/>
              </a:schemeClr>
            </a:solidFill>
            <a:ln>
              <a:solidFill>
                <a:srgbClr val="FF0000"/>
              </a:solidFill>
              <a:prstDash val="dashDot"/>
              <a:extLst>
                <a:ext uri="{C807C97D-BFC1-408E-A445-0C87EB9F89A2}">
                  <ask:lineSketchStyleProps xmlns:ask="http://schemas.microsoft.com/office/drawing/2018/sketchyshapes" sd="981765707">
                    <a:prstGeom prst="ellipse">
                      <a:avLst/>
                    </a:prstGeom>
                    <ask:type>
                      <ask:lineSketchCurve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 err="1">
                  <a:solidFill>
                    <a:schemeClr val="tx1"/>
                  </a:solidFill>
                </a:rPr>
                <a:t>Idfs</a:t>
              </a:r>
              <a:endParaRPr lang="en-GB" sz="1200" dirty="0">
                <a:solidFill>
                  <a:schemeClr val="tx1"/>
                </a:solidFill>
              </a:endParaRPr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984C440C-089C-2738-FF81-7458735D3334}"/>
                </a:ext>
              </a:extLst>
            </p:cNvPr>
            <p:cNvSpPr/>
            <p:nvPr/>
          </p:nvSpPr>
          <p:spPr>
            <a:xfrm>
              <a:off x="1982174" y="5151220"/>
              <a:ext cx="678314" cy="223035"/>
            </a:xfrm>
            <a:custGeom>
              <a:avLst/>
              <a:gdLst>
                <a:gd name="connsiteX0" fmla="*/ 0 w 678314"/>
                <a:gd name="connsiteY0" fmla="*/ 111518 h 223035"/>
                <a:gd name="connsiteX1" fmla="*/ 339157 w 678314"/>
                <a:gd name="connsiteY1" fmla="*/ 0 h 223035"/>
                <a:gd name="connsiteX2" fmla="*/ 678314 w 678314"/>
                <a:gd name="connsiteY2" fmla="*/ 111518 h 223035"/>
                <a:gd name="connsiteX3" fmla="*/ 339157 w 678314"/>
                <a:gd name="connsiteY3" fmla="*/ 223036 h 223035"/>
                <a:gd name="connsiteX4" fmla="*/ 0 w 678314"/>
                <a:gd name="connsiteY4" fmla="*/ 111518 h 223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8314" h="223035" fill="none" extrusionOk="0">
                  <a:moveTo>
                    <a:pt x="0" y="111518"/>
                  </a:moveTo>
                  <a:cubicBezTo>
                    <a:pt x="15551" y="35147"/>
                    <a:pt x="175286" y="1547"/>
                    <a:pt x="339157" y="0"/>
                  </a:cubicBezTo>
                  <a:cubicBezTo>
                    <a:pt x="527110" y="1098"/>
                    <a:pt x="676780" y="49895"/>
                    <a:pt x="678314" y="111518"/>
                  </a:cubicBezTo>
                  <a:cubicBezTo>
                    <a:pt x="688946" y="174650"/>
                    <a:pt x="511022" y="215987"/>
                    <a:pt x="339157" y="223036"/>
                  </a:cubicBezTo>
                  <a:cubicBezTo>
                    <a:pt x="142365" y="225865"/>
                    <a:pt x="510" y="172417"/>
                    <a:pt x="0" y="111518"/>
                  </a:cubicBezTo>
                  <a:close/>
                </a:path>
                <a:path w="678314" h="223035" stroke="0" extrusionOk="0">
                  <a:moveTo>
                    <a:pt x="0" y="111518"/>
                  </a:moveTo>
                  <a:cubicBezTo>
                    <a:pt x="-6138" y="60697"/>
                    <a:pt x="140226" y="-4798"/>
                    <a:pt x="339157" y="0"/>
                  </a:cubicBezTo>
                  <a:cubicBezTo>
                    <a:pt x="532539" y="-896"/>
                    <a:pt x="674208" y="57407"/>
                    <a:pt x="678314" y="111518"/>
                  </a:cubicBezTo>
                  <a:cubicBezTo>
                    <a:pt x="654204" y="181166"/>
                    <a:pt x="510081" y="242414"/>
                    <a:pt x="339157" y="223036"/>
                  </a:cubicBezTo>
                  <a:cubicBezTo>
                    <a:pt x="153309" y="222089"/>
                    <a:pt x="-11205" y="175678"/>
                    <a:pt x="0" y="111518"/>
                  </a:cubicBezTo>
                  <a:close/>
                </a:path>
              </a:pathLst>
            </a:custGeom>
            <a:solidFill>
              <a:schemeClr val="accent2">
                <a:lumMod val="20000"/>
                <a:lumOff val="80000"/>
              </a:schemeClr>
            </a:solidFill>
            <a:ln>
              <a:solidFill>
                <a:srgbClr val="FF0000"/>
              </a:solidFill>
              <a:prstDash val="dashDot"/>
              <a:extLst>
                <a:ext uri="{C807C97D-BFC1-408E-A445-0C87EB9F89A2}">
                  <ask:lineSketchStyleProps xmlns:ask="http://schemas.microsoft.com/office/drawing/2018/sketchyshapes" sd="981765707">
                    <a:prstGeom prst="ellipse">
                      <a:avLst/>
                    </a:prstGeom>
                    <ask:type>
                      <ask:lineSketchCurve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 err="1">
                  <a:solidFill>
                    <a:schemeClr val="tx1"/>
                  </a:solidFill>
                </a:rPr>
                <a:t>Idfs</a:t>
              </a:r>
              <a:endParaRPr lang="en-GB" sz="1200" dirty="0">
                <a:solidFill>
                  <a:schemeClr val="tx1"/>
                </a:solidFill>
              </a:endParaRPr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16ABD6FD-9253-16C5-D363-8B4E7B8783B7}"/>
                </a:ext>
              </a:extLst>
            </p:cNvPr>
            <p:cNvSpPr/>
            <p:nvPr/>
          </p:nvSpPr>
          <p:spPr>
            <a:xfrm>
              <a:off x="3906224" y="5770345"/>
              <a:ext cx="678314" cy="223035"/>
            </a:xfrm>
            <a:custGeom>
              <a:avLst/>
              <a:gdLst>
                <a:gd name="connsiteX0" fmla="*/ 0 w 678314"/>
                <a:gd name="connsiteY0" fmla="*/ 111518 h 223035"/>
                <a:gd name="connsiteX1" fmla="*/ 339157 w 678314"/>
                <a:gd name="connsiteY1" fmla="*/ 0 h 223035"/>
                <a:gd name="connsiteX2" fmla="*/ 678314 w 678314"/>
                <a:gd name="connsiteY2" fmla="*/ 111518 h 223035"/>
                <a:gd name="connsiteX3" fmla="*/ 339157 w 678314"/>
                <a:gd name="connsiteY3" fmla="*/ 223036 h 223035"/>
                <a:gd name="connsiteX4" fmla="*/ 0 w 678314"/>
                <a:gd name="connsiteY4" fmla="*/ 111518 h 223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8314" h="223035" fill="none" extrusionOk="0">
                  <a:moveTo>
                    <a:pt x="0" y="111518"/>
                  </a:moveTo>
                  <a:cubicBezTo>
                    <a:pt x="15551" y="35147"/>
                    <a:pt x="175286" y="1547"/>
                    <a:pt x="339157" y="0"/>
                  </a:cubicBezTo>
                  <a:cubicBezTo>
                    <a:pt x="527110" y="1098"/>
                    <a:pt x="676780" y="49895"/>
                    <a:pt x="678314" y="111518"/>
                  </a:cubicBezTo>
                  <a:cubicBezTo>
                    <a:pt x="688946" y="174650"/>
                    <a:pt x="511022" y="215987"/>
                    <a:pt x="339157" y="223036"/>
                  </a:cubicBezTo>
                  <a:cubicBezTo>
                    <a:pt x="142365" y="225865"/>
                    <a:pt x="510" y="172417"/>
                    <a:pt x="0" y="111518"/>
                  </a:cubicBezTo>
                  <a:close/>
                </a:path>
                <a:path w="678314" h="223035" stroke="0" extrusionOk="0">
                  <a:moveTo>
                    <a:pt x="0" y="111518"/>
                  </a:moveTo>
                  <a:cubicBezTo>
                    <a:pt x="-6138" y="60697"/>
                    <a:pt x="140226" y="-4798"/>
                    <a:pt x="339157" y="0"/>
                  </a:cubicBezTo>
                  <a:cubicBezTo>
                    <a:pt x="532539" y="-896"/>
                    <a:pt x="674208" y="57407"/>
                    <a:pt x="678314" y="111518"/>
                  </a:cubicBezTo>
                  <a:cubicBezTo>
                    <a:pt x="654204" y="181166"/>
                    <a:pt x="510081" y="242414"/>
                    <a:pt x="339157" y="223036"/>
                  </a:cubicBezTo>
                  <a:cubicBezTo>
                    <a:pt x="153309" y="222089"/>
                    <a:pt x="-11205" y="175678"/>
                    <a:pt x="0" y="111518"/>
                  </a:cubicBezTo>
                  <a:close/>
                </a:path>
              </a:pathLst>
            </a:custGeom>
            <a:solidFill>
              <a:schemeClr val="accent2">
                <a:lumMod val="20000"/>
                <a:lumOff val="80000"/>
              </a:schemeClr>
            </a:solidFill>
            <a:ln>
              <a:solidFill>
                <a:srgbClr val="FF0000"/>
              </a:solidFill>
              <a:prstDash val="dashDot"/>
              <a:extLst>
                <a:ext uri="{C807C97D-BFC1-408E-A445-0C87EB9F89A2}">
                  <ask:lineSketchStyleProps xmlns:ask="http://schemas.microsoft.com/office/drawing/2018/sketchyshapes" sd="981765707">
                    <a:prstGeom prst="ellipse">
                      <a:avLst/>
                    </a:prstGeom>
                    <ask:type>
                      <ask:lineSketchCurve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 err="1">
                  <a:solidFill>
                    <a:schemeClr val="tx1"/>
                  </a:solidFill>
                </a:rPr>
                <a:t>Idfs</a:t>
              </a:r>
              <a:endParaRPr lang="en-GB" sz="1200" dirty="0">
                <a:solidFill>
                  <a:schemeClr val="tx1"/>
                </a:solidFill>
              </a:endParaRPr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85256FDF-1F84-3AF2-AC90-65F0B1851C56}"/>
                </a:ext>
              </a:extLst>
            </p:cNvPr>
            <p:cNvSpPr/>
            <p:nvPr/>
          </p:nvSpPr>
          <p:spPr>
            <a:xfrm>
              <a:off x="2257245" y="2487733"/>
              <a:ext cx="971550" cy="287757"/>
            </a:xfrm>
            <a:custGeom>
              <a:avLst/>
              <a:gdLst>
                <a:gd name="connsiteX0" fmla="*/ 0 w 971550"/>
                <a:gd name="connsiteY0" fmla="*/ 143879 h 287757"/>
                <a:gd name="connsiteX1" fmla="*/ 485775 w 971550"/>
                <a:gd name="connsiteY1" fmla="*/ 0 h 287757"/>
                <a:gd name="connsiteX2" fmla="*/ 971550 w 971550"/>
                <a:gd name="connsiteY2" fmla="*/ 143879 h 287757"/>
                <a:gd name="connsiteX3" fmla="*/ 485775 w 971550"/>
                <a:gd name="connsiteY3" fmla="*/ 287758 h 287757"/>
                <a:gd name="connsiteX4" fmla="*/ 0 w 971550"/>
                <a:gd name="connsiteY4" fmla="*/ 143879 h 287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71550" h="287757" fill="none" extrusionOk="0">
                  <a:moveTo>
                    <a:pt x="0" y="143879"/>
                  </a:moveTo>
                  <a:cubicBezTo>
                    <a:pt x="40681" y="79199"/>
                    <a:pt x="207772" y="38369"/>
                    <a:pt x="485775" y="0"/>
                  </a:cubicBezTo>
                  <a:cubicBezTo>
                    <a:pt x="760625" y="-8879"/>
                    <a:pt x="980142" y="60501"/>
                    <a:pt x="971550" y="143879"/>
                  </a:cubicBezTo>
                  <a:cubicBezTo>
                    <a:pt x="967471" y="192463"/>
                    <a:pt x="744174" y="277237"/>
                    <a:pt x="485775" y="287758"/>
                  </a:cubicBezTo>
                  <a:cubicBezTo>
                    <a:pt x="218854" y="275230"/>
                    <a:pt x="5303" y="226663"/>
                    <a:pt x="0" y="143879"/>
                  </a:cubicBezTo>
                  <a:close/>
                </a:path>
                <a:path w="971550" h="287757" stroke="0" extrusionOk="0">
                  <a:moveTo>
                    <a:pt x="0" y="143879"/>
                  </a:moveTo>
                  <a:cubicBezTo>
                    <a:pt x="6600" y="80081"/>
                    <a:pt x="199556" y="-13371"/>
                    <a:pt x="485775" y="0"/>
                  </a:cubicBezTo>
                  <a:cubicBezTo>
                    <a:pt x="739520" y="1883"/>
                    <a:pt x="975339" y="63868"/>
                    <a:pt x="971550" y="143879"/>
                  </a:cubicBezTo>
                  <a:cubicBezTo>
                    <a:pt x="978973" y="221089"/>
                    <a:pt x="759726" y="282679"/>
                    <a:pt x="485775" y="287758"/>
                  </a:cubicBezTo>
                  <a:cubicBezTo>
                    <a:pt x="208120" y="288534"/>
                    <a:pt x="-2537" y="232239"/>
                    <a:pt x="0" y="143879"/>
                  </a:cubicBezTo>
                  <a:close/>
                </a:path>
              </a:pathLst>
            </a:custGeom>
            <a:solidFill>
              <a:schemeClr val="accent2">
                <a:lumMod val="20000"/>
                <a:lumOff val="80000"/>
              </a:schemeClr>
            </a:solidFill>
            <a:ln>
              <a:solidFill>
                <a:srgbClr val="FF0000"/>
              </a:solidFill>
              <a:prstDash val="dashDot"/>
              <a:extLst>
                <a:ext uri="{C807C97D-BFC1-408E-A445-0C87EB9F89A2}">
                  <ask:lineSketchStyleProps xmlns:ask="http://schemas.microsoft.com/office/drawing/2018/sketchyshapes" sd="579111871">
                    <a:prstGeom prst="ellipse">
                      <a:avLst/>
                    </a:prstGeom>
                    <ask:type>
                      <ask:lineSketchCurve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200" dirty="0" err="1">
                  <a:solidFill>
                    <a:schemeClr val="tx1"/>
                  </a:solidFill>
                </a:rPr>
                <a:t>tx.beva</a:t>
              </a:r>
              <a:endParaRPr lang="en-GB" sz="1200" dirty="0">
                <a:solidFill>
                  <a:schemeClr val="tx1"/>
                </a:solidFill>
              </a:endParaRPr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5B8A86FD-7B1B-2720-F33F-5807A1291F3F}"/>
                </a:ext>
              </a:extLst>
            </p:cNvPr>
            <p:cNvSpPr/>
            <p:nvPr/>
          </p:nvSpPr>
          <p:spPr>
            <a:xfrm>
              <a:off x="2331732" y="2755835"/>
              <a:ext cx="1061633" cy="287758"/>
            </a:xfrm>
            <a:custGeom>
              <a:avLst/>
              <a:gdLst>
                <a:gd name="connsiteX0" fmla="*/ 0 w 1061633"/>
                <a:gd name="connsiteY0" fmla="*/ 143879 h 287758"/>
                <a:gd name="connsiteX1" fmla="*/ 530817 w 1061633"/>
                <a:gd name="connsiteY1" fmla="*/ 0 h 287758"/>
                <a:gd name="connsiteX2" fmla="*/ 1061634 w 1061633"/>
                <a:gd name="connsiteY2" fmla="*/ 143879 h 287758"/>
                <a:gd name="connsiteX3" fmla="*/ 530817 w 1061633"/>
                <a:gd name="connsiteY3" fmla="*/ 287758 h 287758"/>
                <a:gd name="connsiteX4" fmla="*/ 0 w 1061633"/>
                <a:gd name="connsiteY4" fmla="*/ 143879 h 287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61633" h="287758" fill="none" extrusionOk="0">
                  <a:moveTo>
                    <a:pt x="0" y="143879"/>
                  </a:moveTo>
                  <a:cubicBezTo>
                    <a:pt x="33542" y="68396"/>
                    <a:pt x="246346" y="-17886"/>
                    <a:pt x="530817" y="0"/>
                  </a:cubicBezTo>
                  <a:cubicBezTo>
                    <a:pt x="811644" y="-1889"/>
                    <a:pt x="1059972" y="65982"/>
                    <a:pt x="1061634" y="143879"/>
                  </a:cubicBezTo>
                  <a:cubicBezTo>
                    <a:pt x="1057285" y="181866"/>
                    <a:pt x="800071" y="320983"/>
                    <a:pt x="530817" y="287758"/>
                  </a:cubicBezTo>
                  <a:cubicBezTo>
                    <a:pt x="239355" y="288710"/>
                    <a:pt x="10230" y="225801"/>
                    <a:pt x="0" y="143879"/>
                  </a:cubicBezTo>
                  <a:close/>
                </a:path>
                <a:path w="1061633" h="287758" stroke="0" extrusionOk="0">
                  <a:moveTo>
                    <a:pt x="0" y="143879"/>
                  </a:moveTo>
                  <a:cubicBezTo>
                    <a:pt x="-8625" y="59097"/>
                    <a:pt x="219603" y="6775"/>
                    <a:pt x="530817" y="0"/>
                  </a:cubicBezTo>
                  <a:cubicBezTo>
                    <a:pt x="825306" y="279"/>
                    <a:pt x="1048437" y="64837"/>
                    <a:pt x="1061634" y="143879"/>
                  </a:cubicBezTo>
                  <a:cubicBezTo>
                    <a:pt x="1051447" y="233289"/>
                    <a:pt x="819143" y="314488"/>
                    <a:pt x="530817" y="287758"/>
                  </a:cubicBezTo>
                  <a:cubicBezTo>
                    <a:pt x="225041" y="280857"/>
                    <a:pt x="9577" y="227917"/>
                    <a:pt x="0" y="143879"/>
                  </a:cubicBezTo>
                  <a:close/>
                </a:path>
              </a:pathLst>
            </a:custGeom>
            <a:solidFill>
              <a:schemeClr val="accent2">
                <a:lumMod val="20000"/>
                <a:lumOff val="80000"/>
              </a:schemeClr>
            </a:solidFill>
            <a:ln>
              <a:solidFill>
                <a:srgbClr val="FF0000"/>
              </a:solidFill>
              <a:prstDash val="dashDot"/>
              <a:extLst>
                <a:ext uri="{C807C97D-BFC1-408E-A445-0C87EB9F89A2}">
                  <ask:lineSketchStyleProps xmlns:ask="http://schemas.microsoft.com/office/drawing/2018/sketchyshapes" sd="1219033472">
                    <a:prstGeom prst="ellipse">
                      <a:avLst/>
                    </a:prstGeom>
                    <ask:type>
                      <ask:lineSketchCurve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 err="1">
                  <a:solidFill>
                    <a:schemeClr val="tx1"/>
                  </a:solidFill>
                </a:rPr>
                <a:t>Idfs.ontx</a:t>
              </a:r>
              <a:endParaRPr lang="en-GB" sz="1200" dirty="0">
                <a:solidFill>
                  <a:schemeClr val="tx1"/>
                </a:solidFill>
              </a:endParaRPr>
            </a:p>
          </p:txBody>
        </p:sp>
        <p:sp>
          <p:nvSpPr>
            <p:cNvPr id="32" name="Heptagon 31">
              <a:extLst>
                <a:ext uri="{FF2B5EF4-FFF2-40B4-BE49-F238E27FC236}">
                  <a16:creationId xmlns:a16="http://schemas.microsoft.com/office/drawing/2014/main" id="{479C3AC5-42C5-9E81-5288-61B955ECA03A}"/>
                </a:ext>
              </a:extLst>
            </p:cNvPr>
            <p:cNvSpPr/>
            <p:nvPr/>
          </p:nvSpPr>
          <p:spPr>
            <a:xfrm>
              <a:off x="3060880" y="2488999"/>
              <a:ext cx="607819" cy="399578"/>
            </a:xfrm>
            <a:custGeom>
              <a:avLst/>
              <a:gdLst>
                <a:gd name="connsiteX0" fmla="*/ -2 w 607819"/>
                <a:gd name="connsiteY0" fmla="*/ 256971 h 399578"/>
                <a:gd name="connsiteX1" fmla="*/ 60193 w 607819"/>
                <a:gd name="connsiteY1" fmla="*/ 79142 h 399578"/>
                <a:gd name="connsiteX2" fmla="*/ 303910 w 607819"/>
                <a:gd name="connsiteY2" fmla="*/ 0 h 399578"/>
                <a:gd name="connsiteX3" fmla="*/ 547626 w 607819"/>
                <a:gd name="connsiteY3" fmla="*/ 79142 h 399578"/>
                <a:gd name="connsiteX4" fmla="*/ 607821 w 607819"/>
                <a:gd name="connsiteY4" fmla="*/ 256971 h 399578"/>
                <a:gd name="connsiteX5" fmla="*/ 439161 w 607819"/>
                <a:gd name="connsiteY5" fmla="*/ 399580 h 399578"/>
                <a:gd name="connsiteX6" fmla="*/ 168658 w 607819"/>
                <a:gd name="connsiteY6" fmla="*/ 399580 h 399578"/>
                <a:gd name="connsiteX7" fmla="*/ -2 w 607819"/>
                <a:gd name="connsiteY7" fmla="*/ 256971 h 3995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07819" h="399578" fill="none" extrusionOk="0">
                  <a:moveTo>
                    <a:pt x="-2" y="256971"/>
                  </a:moveTo>
                  <a:cubicBezTo>
                    <a:pt x="11056" y="212928"/>
                    <a:pt x="57916" y="102994"/>
                    <a:pt x="60193" y="79142"/>
                  </a:cubicBezTo>
                  <a:cubicBezTo>
                    <a:pt x="119350" y="78653"/>
                    <a:pt x="242135" y="24968"/>
                    <a:pt x="303910" y="0"/>
                  </a:cubicBezTo>
                  <a:cubicBezTo>
                    <a:pt x="389143" y="4178"/>
                    <a:pt x="497244" y="53400"/>
                    <a:pt x="547626" y="79142"/>
                  </a:cubicBezTo>
                  <a:cubicBezTo>
                    <a:pt x="568759" y="105793"/>
                    <a:pt x="577268" y="176373"/>
                    <a:pt x="607821" y="256971"/>
                  </a:cubicBezTo>
                  <a:cubicBezTo>
                    <a:pt x="569722" y="288147"/>
                    <a:pt x="481495" y="371708"/>
                    <a:pt x="439161" y="399580"/>
                  </a:cubicBezTo>
                  <a:cubicBezTo>
                    <a:pt x="365142" y="398606"/>
                    <a:pt x="287467" y="396350"/>
                    <a:pt x="168658" y="399580"/>
                  </a:cubicBezTo>
                  <a:cubicBezTo>
                    <a:pt x="87738" y="327644"/>
                    <a:pt x="34917" y="289117"/>
                    <a:pt x="-2" y="256971"/>
                  </a:cubicBezTo>
                  <a:close/>
                </a:path>
                <a:path w="607819" h="399578" stroke="0" extrusionOk="0">
                  <a:moveTo>
                    <a:pt x="-2" y="256971"/>
                  </a:moveTo>
                  <a:cubicBezTo>
                    <a:pt x="42569" y="175485"/>
                    <a:pt x="47171" y="117764"/>
                    <a:pt x="60193" y="79142"/>
                  </a:cubicBezTo>
                  <a:cubicBezTo>
                    <a:pt x="132610" y="38188"/>
                    <a:pt x="205504" y="26242"/>
                    <a:pt x="303910" y="0"/>
                  </a:cubicBezTo>
                  <a:cubicBezTo>
                    <a:pt x="370504" y="-1187"/>
                    <a:pt x="428588" y="40263"/>
                    <a:pt x="547626" y="79142"/>
                  </a:cubicBezTo>
                  <a:cubicBezTo>
                    <a:pt x="574468" y="140420"/>
                    <a:pt x="604651" y="219027"/>
                    <a:pt x="607821" y="256971"/>
                  </a:cubicBezTo>
                  <a:cubicBezTo>
                    <a:pt x="584484" y="283674"/>
                    <a:pt x="472184" y="346321"/>
                    <a:pt x="439161" y="399580"/>
                  </a:cubicBezTo>
                  <a:cubicBezTo>
                    <a:pt x="402153" y="392099"/>
                    <a:pt x="247867" y="412855"/>
                    <a:pt x="168658" y="399580"/>
                  </a:cubicBezTo>
                  <a:cubicBezTo>
                    <a:pt x="116008" y="346639"/>
                    <a:pt x="62022" y="335296"/>
                    <a:pt x="-2" y="256971"/>
                  </a:cubicBezTo>
                  <a:close/>
                </a:path>
              </a:pathLst>
            </a:cu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accent6">
                  <a:lumMod val="50000"/>
                </a:schemeClr>
              </a:solidFill>
              <a:prstDash val="dashDot"/>
              <a:extLst>
                <a:ext uri="{C807C97D-BFC1-408E-A445-0C87EB9F89A2}">
                  <ask:lineSketchStyleProps xmlns:ask="http://schemas.microsoft.com/office/drawing/2018/sketchyshapes" sd="1219033472">
                    <a:prstGeom prst="heptagon">
                      <a:avLst/>
                    </a:prstGeom>
                    <ask:type>
                      <ask:lineSketchCurve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accent5">
                      <a:lumMod val="60000"/>
                      <a:lumOff val="40000"/>
                    </a:schemeClr>
                  </a:solidFill>
                </a:rPr>
                <a:t>AE</a:t>
              </a:r>
              <a:endParaRPr lang="en-GB" sz="1200" dirty="0">
                <a:solidFill>
                  <a:schemeClr val="accent5">
                    <a:lumMod val="60000"/>
                    <a:lumOff val="40000"/>
                  </a:schemeClr>
                </a:solidFill>
              </a:endParaRPr>
            </a:p>
          </p:txBody>
        </p:sp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9BE825E4-7D41-E6BE-0E4D-497FFEA2FA7C}"/>
                </a:ext>
              </a:extLst>
            </p:cNvPr>
            <p:cNvSpPr/>
            <p:nvPr/>
          </p:nvSpPr>
          <p:spPr>
            <a:xfrm>
              <a:off x="2331732" y="4305949"/>
              <a:ext cx="1242670" cy="269111"/>
            </a:xfrm>
            <a:custGeom>
              <a:avLst/>
              <a:gdLst>
                <a:gd name="connsiteX0" fmla="*/ 0 w 1242670"/>
                <a:gd name="connsiteY0" fmla="*/ 134556 h 269111"/>
                <a:gd name="connsiteX1" fmla="*/ 621335 w 1242670"/>
                <a:gd name="connsiteY1" fmla="*/ 0 h 269111"/>
                <a:gd name="connsiteX2" fmla="*/ 1242670 w 1242670"/>
                <a:gd name="connsiteY2" fmla="*/ 134556 h 269111"/>
                <a:gd name="connsiteX3" fmla="*/ 621335 w 1242670"/>
                <a:gd name="connsiteY3" fmla="*/ 269112 h 269111"/>
                <a:gd name="connsiteX4" fmla="*/ 0 w 1242670"/>
                <a:gd name="connsiteY4" fmla="*/ 134556 h 269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42670" h="269111" fill="none" extrusionOk="0">
                  <a:moveTo>
                    <a:pt x="0" y="134556"/>
                  </a:moveTo>
                  <a:cubicBezTo>
                    <a:pt x="21363" y="62777"/>
                    <a:pt x="299179" y="-43213"/>
                    <a:pt x="621335" y="0"/>
                  </a:cubicBezTo>
                  <a:cubicBezTo>
                    <a:pt x="961041" y="-528"/>
                    <a:pt x="1236886" y="65689"/>
                    <a:pt x="1242670" y="134556"/>
                  </a:cubicBezTo>
                  <a:cubicBezTo>
                    <a:pt x="1237682" y="161303"/>
                    <a:pt x="953686" y="284125"/>
                    <a:pt x="621335" y="269112"/>
                  </a:cubicBezTo>
                  <a:cubicBezTo>
                    <a:pt x="281487" y="270963"/>
                    <a:pt x="5247" y="210130"/>
                    <a:pt x="0" y="134556"/>
                  </a:cubicBezTo>
                  <a:close/>
                </a:path>
                <a:path w="1242670" h="269111" stroke="0" extrusionOk="0">
                  <a:moveTo>
                    <a:pt x="0" y="134556"/>
                  </a:moveTo>
                  <a:cubicBezTo>
                    <a:pt x="-42292" y="34156"/>
                    <a:pt x="245140" y="12401"/>
                    <a:pt x="621335" y="0"/>
                  </a:cubicBezTo>
                  <a:cubicBezTo>
                    <a:pt x="974400" y="2086"/>
                    <a:pt x="1230125" y="60642"/>
                    <a:pt x="1242670" y="134556"/>
                  </a:cubicBezTo>
                  <a:cubicBezTo>
                    <a:pt x="1205753" y="244921"/>
                    <a:pt x="955824" y="317004"/>
                    <a:pt x="621335" y="269112"/>
                  </a:cubicBezTo>
                  <a:cubicBezTo>
                    <a:pt x="266576" y="262763"/>
                    <a:pt x="6937" y="212184"/>
                    <a:pt x="0" y="134556"/>
                  </a:cubicBezTo>
                  <a:close/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accent6">
                  <a:lumMod val="75000"/>
                </a:schemeClr>
              </a:solidFill>
              <a:prstDash val="dashDot"/>
              <a:extLst>
                <a:ext uri="{C807C97D-BFC1-408E-A445-0C87EB9F89A2}">
                  <ask:lineSketchStyleProps xmlns:ask="http://schemas.microsoft.com/office/drawing/2018/sketchyshapes" sd="1219033472">
                    <a:prstGeom prst="ellipse">
                      <a:avLst/>
                    </a:prstGeom>
                    <ask:type>
                      <ask:lineSketchCurve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Remission</a:t>
              </a:r>
              <a:endParaRPr lang="en-GB" sz="1200" dirty="0">
                <a:solidFill>
                  <a:schemeClr val="tx1"/>
                </a:solidFill>
              </a:endParaRPr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E908DBB1-0C16-482B-A354-9DE9B7C37CC3}"/>
                </a:ext>
              </a:extLst>
            </p:cNvPr>
            <p:cNvSpPr/>
            <p:nvPr/>
          </p:nvSpPr>
          <p:spPr>
            <a:xfrm>
              <a:off x="4141692" y="1860039"/>
              <a:ext cx="1286914" cy="302615"/>
            </a:xfrm>
            <a:custGeom>
              <a:avLst/>
              <a:gdLst>
                <a:gd name="connsiteX0" fmla="*/ 0 w 1286914"/>
                <a:gd name="connsiteY0" fmla="*/ 151308 h 302615"/>
                <a:gd name="connsiteX1" fmla="*/ 643457 w 1286914"/>
                <a:gd name="connsiteY1" fmla="*/ 0 h 302615"/>
                <a:gd name="connsiteX2" fmla="*/ 1286914 w 1286914"/>
                <a:gd name="connsiteY2" fmla="*/ 151308 h 302615"/>
                <a:gd name="connsiteX3" fmla="*/ 643457 w 1286914"/>
                <a:gd name="connsiteY3" fmla="*/ 302616 h 302615"/>
                <a:gd name="connsiteX4" fmla="*/ 0 w 1286914"/>
                <a:gd name="connsiteY4" fmla="*/ 151308 h 3026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86914" h="302615" fill="none" extrusionOk="0">
                  <a:moveTo>
                    <a:pt x="0" y="151308"/>
                  </a:moveTo>
                  <a:cubicBezTo>
                    <a:pt x="1822" y="62394"/>
                    <a:pt x="315197" y="-16228"/>
                    <a:pt x="643457" y="0"/>
                  </a:cubicBezTo>
                  <a:cubicBezTo>
                    <a:pt x="990473" y="5671"/>
                    <a:pt x="1290522" y="70429"/>
                    <a:pt x="1286914" y="151308"/>
                  </a:cubicBezTo>
                  <a:cubicBezTo>
                    <a:pt x="1279295" y="270914"/>
                    <a:pt x="978304" y="292688"/>
                    <a:pt x="643457" y="302616"/>
                  </a:cubicBezTo>
                  <a:cubicBezTo>
                    <a:pt x="287329" y="286576"/>
                    <a:pt x="12510" y="241793"/>
                    <a:pt x="0" y="151308"/>
                  </a:cubicBezTo>
                  <a:close/>
                </a:path>
                <a:path w="1286914" h="302615" stroke="0" extrusionOk="0">
                  <a:moveTo>
                    <a:pt x="0" y="151308"/>
                  </a:moveTo>
                  <a:cubicBezTo>
                    <a:pt x="48143" y="73720"/>
                    <a:pt x="288943" y="8815"/>
                    <a:pt x="643457" y="0"/>
                  </a:cubicBezTo>
                  <a:cubicBezTo>
                    <a:pt x="998747" y="-1003"/>
                    <a:pt x="1293060" y="63748"/>
                    <a:pt x="1286914" y="151308"/>
                  </a:cubicBezTo>
                  <a:cubicBezTo>
                    <a:pt x="1308600" y="257376"/>
                    <a:pt x="983681" y="245884"/>
                    <a:pt x="643457" y="302616"/>
                  </a:cubicBezTo>
                  <a:cubicBezTo>
                    <a:pt x="278872" y="306494"/>
                    <a:pt x="6864" y="246906"/>
                    <a:pt x="0" y="151308"/>
                  </a:cubicBezTo>
                  <a:close/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accent6">
                  <a:lumMod val="75000"/>
                </a:schemeClr>
              </a:solidFill>
              <a:prstDash val="dashDot"/>
              <a:extLst>
                <a:ext uri="{C807C97D-BFC1-408E-A445-0C87EB9F89A2}">
                  <ask:lineSketchStyleProps xmlns:ask="http://schemas.microsoft.com/office/drawing/2018/sketchyshapes" sd="878760193">
                    <a:prstGeom prst="ellipse">
                      <a:avLst/>
                    </a:prstGeom>
                    <ask:type>
                      <ask:lineSketchCurve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recurrence </a:t>
              </a:r>
              <a:endParaRPr lang="en-GB" sz="1200" dirty="0">
                <a:solidFill>
                  <a:schemeClr val="tx1"/>
                </a:solidFill>
              </a:endParaRPr>
            </a:p>
          </p:txBody>
        </p:sp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5FDA7D55-F888-4CF8-8D82-759EB3B430F5}"/>
                </a:ext>
              </a:extLst>
            </p:cNvPr>
            <p:cNvSpPr/>
            <p:nvPr/>
          </p:nvSpPr>
          <p:spPr>
            <a:xfrm>
              <a:off x="3228795" y="1803685"/>
              <a:ext cx="1242670" cy="269111"/>
            </a:xfrm>
            <a:custGeom>
              <a:avLst/>
              <a:gdLst>
                <a:gd name="connsiteX0" fmla="*/ 0 w 1242670"/>
                <a:gd name="connsiteY0" fmla="*/ 134556 h 269111"/>
                <a:gd name="connsiteX1" fmla="*/ 621335 w 1242670"/>
                <a:gd name="connsiteY1" fmla="*/ 0 h 269111"/>
                <a:gd name="connsiteX2" fmla="*/ 1242670 w 1242670"/>
                <a:gd name="connsiteY2" fmla="*/ 134556 h 269111"/>
                <a:gd name="connsiteX3" fmla="*/ 621335 w 1242670"/>
                <a:gd name="connsiteY3" fmla="*/ 269112 h 269111"/>
                <a:gd name="connsiteX4" fmla="*/ 0 w 1242670"/>
                <a:gd name="connsiteY4" fmla="*/ 134556 h 269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42670" h="269111" fill="none" extrusionOk="0">
                  <a:moveTo>
                    <a:pt x="0" y="134556"/>
                  </a:moveTo>
                  <a:cubicBezTo>
                    <a:pt x="21363" y="62777"/>
                    <a:pt x="299179" y="-43213"/>
                    <a:pt x="621335" y="0"/>
                  </a:cubicBezTo>
                  <a:cubicBezTo>
                    <a:pt x="961041" y="-528"/>
                    <a:pt x="1236886" y="65689"/>
                    <a:pt x="1242670" y="134556"/>
                  </a:cubicBezTo>
                  <a:cubicBezTo>
                    <a:pt x="1237682" y="161303"/>
                    <a:pt x="953686" y="284125"/>
                    <a:pt x="621335" y="269112"/>
                  </a:cubicBezTo>
                  <a:cubicBezTo>
                    <a:pt x="281487" y="270963"/>
                    <a:pt x="5247" y="210130"/>
                    <a:pt x="0" y="134556"/>
                  </a:cubicBezTo>
                  <a:close/>
                </a:path>
                <a:path w="1242670" h="269111" stroke="0" extrusionOk="0">
                  <a:moveTo>
                    <a:pt x="0" y="134556"/>
                  </a:moveTo>
                  <a:cubicBezTo>
                    <a:pt x="-42292" y="34156"/>
                    <a:pt x="245140" y="12401"/>
                    <a:pt x="621335" y="0"/>
                  </a:cubicBezTo>
                  <a:cubicBezTo>
                    <a:pt x="974400" y="2086"/>
                    <a:pt x="1230125" y="60642"/>
                    <a:pt x="1242670" y="134556"/>
                  </a:cubicBezTo>
                  <a:cubicBezTo>
                    <a:pt x="1205753" y="244921"/>
                    <a:pt x="955824" y="317004"/>
                    <a:pt x="621335" y="269112"/>
                  </a:cubicBezTo>
                  <a:cubicBezTo>
                    <a:pt x="266576" y="262763"/>
                    <a:pt x="6937" y="212184"/>
                    <a:pt x="0" y="134556"/>
                  </a:cubicBezTo>
                  <a:close/>
                </a:path>
              </a:pathLst>
            </a:custGeom>
            <a:solidFill>
              <a:schemeClr val="accent2">
                <a:lumMod val="20000"/>
                <a:lumOff val="80000"/>
              </a:schemeClr>
            </a:solidFill>
            <a:ln>
              <a:solidFill>
                <a:srgbClr val="FF0000"/>
              </a:solidFill>
              <a:prstDash val="dashDot"/>
              <a:extLst>
                <a:ext uri="{C807C97D-BFC1-408E-A445-0C87EB9F89A2}">
                  <ask:lineSketchStyleProps xmlns:ask="http://schemas.microsoft.com/office/drawing/2018/sketchyshapes" sd="1219033472">
                    <a:prstGeom prst="ellipse">
                      <a:avLst/>
                    </a:prstGeom>
                    <ask:type>
                      <ask:lineSketchCurve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Remission</a:t>
              </a:r>
              <a:endParaRPr lang="en-GB" sz="1200" dirty="0">
                <a:solidFill>
                  <a:schemeClr val="tx1"/>
                </a:solidFill>
              </a:endParaRPr>
            </a:p>
          </p:txBody>
        </p:sp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DC6769A7-D69F-7EE3-9DB5-EADA91457E98}"/>
                </a:ext>
              </a:extLst>
            </p:cNvPr>
            <p:cNvSpPr/>
            <p:nvPr/>
          </p:nvSpPr>
          <p:spPr>
            <a:xfrm>
              <a:off x="4802120" y="2097197"/>
              <a:ext cx="823655" cy="243622"/>
            </a:xfrm>
            <a:custGeom>
              <a:avLst/>
              <a:gdLst>
                <a:gd name="connsiteX0" fmla="*/ 0 w 823655"/>
                <a:gd name="connsiteY0" fmla="*/ 121811 h 243622"/>
                <a:gd name="connsiteX1" fmla="*/ 411828 w 823655"/>
                <a:gd name="connsiteY1" fmla="*/ 0 h 243622"/>
                <a:gd name="connsiteX2" fmla="*/ 823656 w 823655"/>
                <a:gd name="connsiteY2" fmla="*/ 121811 h 243622"/>
                <a:gd name="connsiteX3" fmla="*/ 411828 w 823655"/>
                <a:gd name="connsiteY3" fmla="*/ 243622 h 243622"/>
                <a:gd name="connsiteX4" fmla="*/ 0 w 823655"/>
                <a:gd name="connsiteY4" fmla="*/ 121811 h 243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23655" h="243622" fill="none" extrusionOk="0">
                  <a:moveTo>
                    <a:pt x="0" y="121811"/>
                  </a:moveTo>
                  <a:cubicBezTo>
                    <a:pt x="-777" y="41487"/>
                    <a:pt x="215381" y="-14440"/>
                    <a:pt x="411828" y="0"/>
                  </a:cubicBezTo>
                  <a:cubicBezTo>
                    <a:pt x="631118" y="-2653"/>
                    <a:pt x="814192" y="52356"/>
                    <a:pt x="823656" y="121811"/>
                  </a:cubicBezTo>
                  <a:cubicBezTo>
                    <a:pt x="795084" y="176507"/>
                    <a:pt x="617783" y="237143"/>
                    <a:pt x="411828" y="243622"/>
                  </a:cubicBezTo>
                  <a:cubicBezTo>
                    <a:pt x="178584" y="247891"/>
                    <a:pt x="-4612" y="197236"/>
                    <a:pt x="0" y="121811"/>
                  </a:cubicBezTo>
                  <a:close/>
                </a:path>
                <a:path w="823655" h="243622" stroke="0" extrusionOk="0">
                  <a:moveTo>
                    <a:pt x="0" y="121811"/>
                  </a:moveTo>
                  <a:cubicBezTo>
                    <a:pt x="-25556" y="71800"/>
                    <a:pt x="197179" y="6860"/>
                    <a:pt x="411828" y="0"/>
                  </a:cubicBezTo>
                  <a:cubicBezTo>
                    <a:pt x="640672" y="11908"/>
                    <a:pt x="819423" y="56721"/>
                    <a:pt x="823656" y="121811"/>
                  </a:cubicBezTo>
                  <a:cubicBezTo>
                    <a:pt x="844654" y="178225"/>
                    <a:pt x="632582" y="211320"/>
                    <a:pt x="411828" y="243622"/>
                  </a:cubicBezTo>
                  <a:cubicBezTo>
                    <a:pt x="176438" y="244104"/>
                    <a:pt x="-4022" y="184340"/>
                    <a:pt x="0" y="121811"/>
                  </a:cubicBezTo>
                  <a:close/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accent6">
                  <a:lumMod val="75000"/>
                </a:schemeClr>
              </a:solidFill>
              <a:prstDash val="dashDot"/>
              <a:extLst>
                <a:ext uri="{C807C97D-BFC1-408E-A445-0C87EB9F89A2}">
                  <ask:lineSketchStyleProps xmlns:ask="http://schemas.microsoft.com/office/drawing/2018/sketchyshapes" sd="2558881134">
                    <a:prstGeom prst="ellipse">
                      <a:avLst/>
                    </a:prstGeom>
                    <ask:type>
                      <ask:lineSketchCurve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 err="1">
                  <a:solidFill>
                    <a:schemeClr val="tx1"/>
                  </a:solidFill>
                </a:rPr>
                <a:t>mbcs</a:t>
              </a:r>
              <a:endParaRPr lang="en-GB" sz="1200" dirty="0">
                <a:solidFill>
                  <a:schemeClr val="tx1"/>
                </a:solidFill>
              </a:endParaRPr>
            </a:p>
          </p:txBody>
        </p:sp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27CFA1E0-9C6F-8FC0-73B9-D8EDE7B0D821}"/>
                </a:ext>
              </a:extLst>
            </p:cNvPr>
            <p:cNvSpPr/>
            <p:nvPr/>
          </p:nvSpPr>
          <p:spPr>
            <a:xfrm>
              <a:off x="5428606" y="4574792"/>
              <a:ext cx="823655" cy="243622"/>
            </a:xfrm>
            <a:custGeom>
              <a:avLst/>
              <a:gdLst>
                <a:gd name="connsiteX0" fmla="*/ 0 w 823655"/>
                <a:gd name="connsiteY0" fmla="*/ 121811 h 243622"/>
                <a:gd name="connsiteX1" fmla="*/ 411828 w 823655"/>
                <a:gd name="connsiteY1" fmla="*/ 0 h 243622"/>
                <a:gd name="connsiteX2" fmla="*/ 823656 w 823655"/>
                <a:gd name="connsiteY2" fmla="*/ 121811 h 243622"/>
                <a:gd name="connsiteX3" fmla="*/ 411828 w 823655"/>
                <a:gd name="connsiteY3" fmla="*/ 243622 h 243622"/>
                <a:gd name="connsiteX4" fmla="*/ 0 w 823655"/>
                <a:gd name="connsiteY4" fmla="*/ 121811 h 243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23655" h="243622" fill="none" extrusionOk="0">
                  <a:moveTo>
                    <a:pt x="0" y="121811"/>
                  </a:moveTo>
                  <a:cubicBezTo>
                    <a:pt x="-777" y="41487"/>
                    <a:pt x="215381" y="-14440"/>
                    <a:pt x="411828" y="0"/>
                  </a:cubicBezTo>
                  <a:cubicBezTo>
                    <a:pt x="631118" y="-2653"/>
                    <a:pt x="814192" y="52356"/>
                    <a:pt x="823656" y="121811"/>
                  </a:cubicBezTo>
                  <a:cubicBezTo>
                    <a:pt x="795084" y="176507"/>
                    <a:pt x="617783" y="237143"/>
                    <a:pt x="411828" y="243622"/>
                  </a:cubicBezTo>
                  <a:cubicBezTo>
                    <a:pt x="178584" y="247891"/>
                    <a:pt x="-4612" y="197236"/>
                    <a:pt x="0" y="121811"/>
                  </a:cubicBezTo>
                  <a:close/>
                </a:path>
                <a:path w="823655" h="243622" stroke="0" extrusionOk="0">
                  <a:moveTo>
                    <a:pt x="0" y="121811"/>
                  </a:moveTo>
                  <a:cubicBezTo>
                    <a:pt x="-25556" y="71800"/>
                    <a:pt x="197179" y="6860"/>
                    <a:pt x="411828" y="0"/>
                  </a:cubicBezTo>
                  <a:cubicBezTo>
                    <a:pt x="640672" y="11908"/>
                    <a:pt x="819423" y="56721"/>
                    <a:pt x="823656" y="121811"/>
                  </a:cubicBezTo>
                  <a:cubicBezTo>
                    <a:pt x="844654" y="178225"/>
                    <a:pt x="632582" y="211320"/>
                    <a:pt x="411828" y="243622"/>
                  </a:cubicBezTo>
                  <a:cubicBezTo>
                    <a:pt x="176438" y="244104"/>
                    <a:pt x="-4022" y="184340"/>
                    <a:pt x="0" y="121811"/>
                  </a:cubicBezTo>
                  <a:close/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accent6">
                  <a:lumMod val="75000"/>
                </a:schemeClr>
              </a:solidFill>
              <a:prstDash val="dashDot"/>
              <a:extLst>
                <a:ext uri="{C807C97D-BFC1-408E-A445-0C87EB9F89A2}">
                  <ask:lineSketchStyleProps xmlns:ask="http://schemas.microsoft.com/office/drawing/2018/sketchyshapes" sd="2558881134">
                    <a:prstGeom prst="ellipse">
                      <a:avLst/>
                    </a:prstGeom>
                    <ask:type>
                      <ask:lineSketchCurve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 err="1">
                  <a:solidFill>
                    <a:schemeClr val="tx1"/>
                  </a:solidFill>
                </a:rPr>
                <a:t>mbcs</a:t>
              </a:r>
              <a:endParaRPr lang="en-GB" sz="1200" dirty="0">
                <a:solidFill>
                  <a:schemeClr val="tx1"/>
                </a:solidFill>
              </a:endParaRPr>
            </a:p>
          </p:txBody>
        </p:sp>
        <p:sp>
          <p:nvSpPr>
            <p:cNvPr id="41" name="Oval 40">
              <a:extLst>
                <a:ext uri="{FF2B5EF4-FFF2-40B4-BE49-F238E27FC236}">
                  <a16:creationId xmlns:a16="http://schemas.microsoft.com/office/drawing/2014/main" id="{7439E267-02B8-5BD4-0C4B-DB4075F9D57E}"/>
                </a:ext>
              </a:extLst>
            </p:cNvPr>
            <p:cNvSpPr/>
            <p:nvPr/>
          </p:nvSpPr>
          <p:spPr>
            <a:xfrm>
              <a:off x="3769349" y="4273559"/>
              <a:ext cx="2482912" cy="243623"/>
            </a:xfrm>
            <a:custGeom>
              <a:avLst/>
              <a:gdLst>
                <a:gd name="connsiteX0" fmla="*/ 0 w 2482912"/>
                <a:gd name="connsiteY0" fmla="*/ 121812 h 243623"/>
                <a:gd name="connsiteX1" fmla="*/ 1241456 w 2482912"/>
                <a:gd name="connsiteY1" fmla="*/ 0 h 243623"/>
                <a:gd name="connsiteX2" fmla="*/ 2482912 w 2482912"/>
                <a:gd name="connsiteY2" fmla="*/ 121812 h 243623"/>
                <a:gd name="connsiteX3" fmla="*/ 1241456 w 2482912"/>
                <a:gd name="connsiteY3" fmla="*/ 243624 h 243623"/>
                <a:gd name="connsiteX4" fmla="*/ 0 w 2482912"/>
                <a:gd name="connsiteY4" fmla="*/ 121812 h 2436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82912" h="243623" fill="none" extrusionOk="0">
                  <a:moveTo>
                    <a:pt x="0" y="121812"/>
                  </a:moveTo>
                  <a:cubicBezTo>
                    <a:pt x="-38076" y="38938"/>
                    <a:pt x="542276" y="24472"/>
                    <a:pt x="1241456" y="0"/>
                  </a:cubicBezTo>
                  <a:cubicBezTo>
                    <a:pt x="1928209" y="1281"/>
                    <a:pt x="2487762" y="59495"/>
                    <a:pt x="2482912" y="121812"/>
                  </a:cubicBezTo>
                  <a:cubicBezTo>
                    <a:pt x="2393696" y="161747"/>
                    <a:pt x="1993401" y="320200"/>
                    <a:pt x="1241456" y="243624"/>
                  </a:cubicBezTo>
                  <a:cubicBezTo>
                    <a:pt x="553612" y="246608"/>
                    <a:pt x="-624" y="188514"/>
                    <a:pt x="0" y="121812"/>
                  </a:cubicBezTo>
                  <a:close/>
                </a:path>
                <a:path w="2482912" h="243623" stroke="0" extrusionOk="0">
                  <a:moveTo>
                    <a:pt x="0" y="121812"/>
                  </a:moveTo>
                  <a:cubicBezTo>
                    <a:pt x="26989" y="14814"/>
                    <a:pt x="583544" y="43457"/>
                    <a:pt x="1241456" y="0"/>
                  </a:cubicBezTo>
                  <a:cubicBezTo>
                    <a:pt x="1923256" y="-10681"/>
                    <a:pt x="2487744" y="57427"/>
                    <a:pt x="2482912" y="121812"/>
                  </a:cubicBezTo>
                  <a:cubicBezTo>
                    <a:pt x="2480640" y="164297"/>
                    <a:pt x="1827418" y="288519"/>
                    <a:pt x="1241456" y="243624"/>
                  </a:cubicBezTo>
                  <a:cubicBezTo>
                    <a:pt x="554443" y="237024"/>
                    <a:pt x="5533" y="197066"/>
                    <a:pt x="0" y="121812"/>
                  </a:cubicBezTo>
                  <a:close/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accent6">
                  <a:lumMod val="75000"/>
                </a:schemeClr>
              </a:solidFill>
              <a:prstDash val="dashDot"/>
              <a:extLst>
                <a:ext uri="{C807C97D-BFC1-408E-A445-0C87EB9F89A2}">
                  <ask:lineSketchStyleProps xmlns:ask="http://schemas.microsoft.com/office/drawing/2018/sketchyshapes" sd="1617256088">
                    <a:prstGeom prst="ellipse">
                      <a:avLst/>
                    </a:prstGeom>
                    <ask:type>
                      <ask:lineSketchCurve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 err="1">
                  <a:solidFill>
                    <a:schemeClr val="tx1"/>
                  </a:solidFill>
                </a:rPr>
                <a:t>mbcs.progression.mbc</a:t>
              </a:r>
              <a:endParaRPr lang="en-GB" sz="1200" dirty="0">
                <a:solidFill>
                  <a:schemeClr val="tx1"/>
                </a:solidFill>
              </a:endParaRPr>
            </a:p>
          </p:txBody>
        </p:sp>
        <p:sp>
          <p:nvSpPr>
            <p:cNvPr id="42" name="Oval 41">
              <a:extLst>
                <a:ext uri="{FF2B5EF4-FFF2-40B4-BE49-F238E27FC236}">
                  <a16:creationId xmlns:a16="http://schemas.microsoft.com/office/drawing/2014/main" id="{25CA4BF6-318C-BB77-D785-D3C4CD4F882B}"/>
                </a:ext>
              </a:extLst>
            </p:cNvPr>
            <p:cNvSpPr/>
            <p:nvPr/>
          </p:nvSpPr>
          <p:spPr>
            <a:xfrm>
              <a:off x="10673579" y="5378933"/>
              <a:ext cx="1242670" cy="456268"/>
            </a:xfrm>
            <a:custGeom>
              <a:avLst/>
              <a:gdLst>
                <a:gd name="connsiteX0" fmla="*/ 0 w 1242670"/>
                <a:gd name="connsiteY0" fmla="*/ 228134 h 456268"/>
                <a:gd name="connsiteX1" fmla="*/ 621335 w 1242670"/>
                <a:gd name="connsiteY1" fmla="*/ 0 h 456268"/>
                <a:gd name="connsiteX2" fmla="*/ 1242670 w 1242670"/>
                <a:gd name="connsiteY2" fmla="*/ 228134 h 456268"/>
                <a:gd name="connsiteX3" fmla="*/ 621335 w 1242670"/>
                <a:gd name="connsiteY3" fmla="*/ 456268 h 456268"/>
                <a:gd name="connsiteX4" fmla="*/ 0 w 1242670"/>
                <a:gd name="connsiteY4" fmla="*/ 228134 h 456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42670" h="456268" fill="none" extrusionOk="0">
                  <a:moveTo>
                    <a:pt x="0" y="228134"/>
                  </a:moveTo>
                  <a:cubicBezTo>
                    <a:pt x="11302" y="101422"/>
                    <a:pt x="235789" y="-26111"/>
                    <a:pt x="621335" y="0"/>
                  </a:cubicBezTo>
                  <a:cubicBezTo>
                    <a:pt x="971602" y="7534"/>
                    <a:pt x="1240781" y="100156"/>
                    <a:pt x="1242670" y="228134"/>
                  </a:cubicBezTo>
                  <a:cubicBezTo>
                    <a:pt x="1233059" y="374228"/>
                    <a:pt x="991998" y="423112"/>
                    <a:pt x="621335" y="456268"/>
                  </a:cubicBezTo>
                  <a:cubicBezTo>
                    <a:pt x="259205" y="444949"/>
                    <a:pt x="-2216" y="372490"/>
                    <a:pt x="0" y="228134"/>
                  </a:cubicBezTo>
                  <a:close/>
                </a:path>
                <a:path w="1242670" h="456268" stroke="0" extrusionOk="0">
                  <a:moveTo>
                    <a:pt x="0" y="228134"/>
                  </a:moveTo>
                  <a:cubicBezTo>
                    <a:pt x="-7716" y="153585"/>
                    <a:pt x="280349" y="56282"/>
                    <a:pt x="621335" y="0"/>
                  </a:cubicBezTo>
                  <a:cubicBezTo>
                    <a:pt x="962462" y="2261"/>
                    <a:pt x="1238421" y="81734"/>
                    <a:pt x="1242670" y="228134"/>
                  </a:cubicBezTo>
                  <a:cubicBezTo>
                    <a:pt x="1259382" y="341306"/>
                    <a:pt x="951399" y="463603"/>
                    <a:pt x="621335" y="456268"/>
                  </a:cubicBezTo>
                  <a:cubicBezTo>
                    <a:pt x="261610" y="468371"/>
                    <a:pt x="11817" y="334192"/>
                    <a:pt x="0" y="228134"/>
                  </a:cubicBezTo>
                  <a:close/>
                </a:path>
              </a:pathLst>
            </a:custGeom>
            <a:solidFill>
              <a:schemeClr val="accent2">
                <a:lumMod val="20000"/>
                <a:lumOff val="80000"/>
              </a:schemeClr>
            </a:solidFill>
            <a:ln>
              <a:solidFill>
                <a:srgbClr val="FF0000"/>
              </a:solidFill>
              <a:prstDash val="dashDot"/>
              <a:extLst>
                <a:ext uri="{C807C97D-BFC1-408E-A445-0C87EB9F89A2}">
                  <ask:lineSketchStyleProps xmlns:ask="http://schemas.microsoft.com/office/drawing/2018/sketchyshapes" sd="2998267428">
                    <a:prstGeom prst="ellipse">
                      <a:avLst/>
                    </a:prstGeom>
                    <ask:type>
                      <ask:lineSketchCurve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 err="1">
                  <a:solidFill>
                    <a:schemeClr val="tx1"/>
                  </a:solidFill>
                </a:rPr>
                <a:t>mbcs</a:t>
              </a:r>
              <a:r>
                <a:rPr lang="en-US" sz="1200" dirty="0">
                  <a:solidFill>
                    <a:schemeClr val="tx1"/>
                  </a:solidFill>
                </a:rPr>
                <a:t>. _2ndline</a:t>
              </a:r>
              <a:endParaRPr lang="en-GB" sz="1200" dirty="0">
                <a:solidFill>
                  <a:schemeClr val="tx1"/>
                </a:solidFill>
              </a:endParaRPr>
            </a:p>
          </p:txBody>
        </p:sp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0B0C96F6-7724-8CB4-480D-09E893F932BB}"/>
                </a:ext>
              </a:extLst>
            </p:cNvPr>
            <p:cNvSpPr/>
            <p:nvPr/>
          </p:nvSpPr>
          <p:spPr>
            <a:xfrm>
              <a:off x="10347082" y="2526094"/>
              <a:ext cx="1242670" cy="376358"/>
            </a:xfrm>
            <a:custGeom>
              <a:avLst/>
              <a:gdLst>
                <a:gd name="connsiteX0" fmla="*/ 0 w 1242670"/>
                <a:gd name="connsiteY0" fmla="*/ 188179 h 376358"/>
                <a:gd name="connsiteX1" fmla="*/ 621335 w 1242670"/>
                <a:gd name="connsiteY1" fmla="*/ 0 h 376358"/>
                <a:gd name="connsiteX2" fmla="*/ 1242670 w 1242670"/>
                <a:gd name="connsiteY2" fmla="*/ 188179 h 376358"/>
                <a:gd name="connsiteX3" fmla="*/ 621335 w 1242670"/>
                <a:gd name="connsiteY3" fmla="*/ 376358 h 376358"/>
                <a:gd name="connsiteX4" fmla="*/ 0 w 1242670"/>
                <a:gd name="connsiteY4" fmla="*/ 188179 h 3763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42670" h="376358" fill="none" extrusionOk="0">
                  <a:moveTo>
                    <a:pt x="0" y="188179"/>
                  </a:moveTo>
                  <a:cubicBezTo>
                    <a:pt x="31977" y="82223"/>
                    <a:pt x="233041" y="-27803"/>
                    <a:pt x="621335" y="0"/>
                  </a:cubicBezTo>
                  <a:cubicBezTo>
                    <a:pt x="967816" y="3524"/>
                    <a:pt x="1230336" y="71305"/>
                    <a:pt x="1242670" y="188179"/>
                  </a:cubicBezTo>
                  <a:cubicBezTo>
                    <a:pt x="1239340" y="299072"/>
                    <a:pt x="968351" y="371703"/>
                    <a:pt x="621335" y="376358"/>
                  </a:cubicBezTo>
                  <a:cubicBezTo>
                    <a:pt x="268254" y="370437"/>
                    <a:pt x="-1723" y="306385"/>
                    <a:pt x="0" y="188179"/>
                  </a:cubicBezTo>
                  <a:close/>
                </a:path>
                <a:path w="1242670" h="376358" stroke="0" extrusionOk="0">
                  <a:moveTo>
                    <a:pt x="0" y="188179"/>
                  </a:moveTo>
                  <a:cubicBezTo>
                    <a:pt x="-5672" y="122071"/>
                    <a:pt x="278595" y="10750"/>
                    <a:pt x="621335" y="0"/>
                  </a:cubicBezTo>
                  <a:cubicBezTo>
                    <a:pt x="962783" y="1903"/>
                    <a:pt x="1242103" y="81528"/>
                    <a:pt x="1242670" y="188179"/>
                  </a:cubicBezTo>
                  <a:cubicBezTo>
                    <a:pt x="1282324" y="261681"/>
                    <a:pt x="956861" y="380632"/>
                    <a:pt x="621335" y="376358"/>
                  </a:cubicBezTo>
                  <a:cubicBezTo>
                    <a:pt x="267461" y="384187"/>
                    <a:pt x="6459" y="281209"/>
                    <a:pt x="0" y="188179"/>
                  </a:cubicBezTo>
                  <a:close/>
                </a:path>
              </a:pathLst>
            </a:custGeom>
            <a:solidFill>
              <a:schemeClr val="accent2">
                <a:lumMod val="20000"/>
                <a:lumOff val="80000"/>
              </a:schemeClr>
            </a:solidFill>
            <a:ln>
              <a:solidFill>
                <a:srgbClr val="FF0000"/>
              </a:solidFill>
              <a:prstDash val="dashDot"/>
              <a:extLst>
                <a:ext uri="{C807C97D-BFC1-408E-A445-0C87EB9F89A2}">
                  <ask:lineSketchStyleProps xmlns:ask="http://schemas.microsoft.com/office/drawing/2018/sketchyshapes" sd="2998267428">
                    <a:prstGeom prst="ellipse">
                      <a:avLst/>
                    </a:prstGeom>
                    <ask:type>
                      <ask:lineSketchCurve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 err="1">
                  <a:solidFill>
                    <a:schemeClr val="tx1"/>
                  </a:solidFill>
                </a:rPr>
                <a:t>mbcs</a:t>
              </a:r>
              <a:r>
                <a:rPr lang="en-US" sz="1200" dirty="0">
                  <a:solidFill>
                    <a:schemeClr val="tx1"/>
                  </a:solidFill>
                </a:rPr>
                <a:t>. _2ndline</a:t>
              </a:r>
              <a:endParaRPr lang="en-GB" sz="1200" dirty="0">
                <a:solidFill>
                  <a:schemeClr val="tx1"/>
                </a:solidFill>
              </a:endParaRPr>
            </a:p>
          </p:txBody>
        </p:sp>
        <p:sp>
          <p:nvSpPr>
            <p:cNvPr id="44" name="Heptagon 43">
              <a:extLst>
                <a:ext uri="{FF2B5EF4-FFF2-40B4-BE49-F238E27FC236}">
                  <a16:creationId xmlns:a16="http://schemas.microsoft.com/office/drawing/2014/main" id="{6A7154AE-C6DC-7F7C-E8F2-081A3D09BB8B}"/>
                </a:ext>
              </a:extLst>
            </p:cNvPr>
            <p:cNvSpPr/>
            <p:nvPr/>
          </p:nvSpPr>
          <p:spPr>
            <a:xfrm>
              <a:off x="11398901" y="2490398"/>
              <a:ext cx="607819" cy="399578"/>
            </a:xfrm>
            <a:custGeom>
              <a:avLst/>
              <a:gdLst>
                <a:gd name="connsiteX0" fmla="*/ -2 w 607819"/>
                <a:gd name="connsiteY0" fmla="*/ 256971 h 399578"/>
                <a:gd name="connsiteX1" fmla="*/ 60193 w 607819"/>
                <a:gd name="connsiteY1" fmla="*/ 79142 h 399578"/>
                <a:gd name="connsiteX2" fmla="*/ 303910 w 607819"/>
                <a:gd name="connsiteY2" fmla="*/ 0 h 399578"/>
                <a:gd name="connsiteX3" fmla="*/ 547626 w 607819"/>
                <a:gd name="connsiteY3" fmla="*/ 79142 h 399578"/>
                <a:gd name="connsiteX4" fmla="*/ 607821 w 607819"/>
                <a:gd name="connsiteY4" fmla="*/ 256971 h 399578"/>
                <a:gd name="connsiteX5" fmla="*/ 439161 w 607819"/>
                <a:gd name="connsiteY5" fmla="*/ 399580 h 399578"/>
                <a:gd name="connsiteX6" fmla="*/ 168658 w 607819"/>
                <a:gd name="connsiteY6" fmla="*/ 399580 h 399578"/>
                <a:gd name="connsiteX7" fmla="*/ -2 w 607819"/>
                <a:gd name="connsiteY7" fmla="*/ 256971 h 3995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07819" h="399578" fill="none" extrusionOk="0">
                  <a:moveTo>
                    <a:pt x="-2" y="256971"/>
                  </a:moveTo>
                  <a:cubicBezTo>
                    <a:pt x="11056" y="212928"/>
                    <a:pt x="57916" y="102994"/>
                    <a:pt x="60193" y="79142"/>
                  </a:cubicBezTo>
                  <a:cubicBezTo>
                    <a:pt x="119350" y="78653"/>
                    <a:pt x="242135" y="24968"/>
                    <a:pt x="303910" y="0"/>
                  </a:cubicBezTo>
                  <a:cubicBezTo>
                    <a:pt x="389143" y="4178"/>
                    <a:pt x="497244" y="53400"/>
                    <a:pt x="547626" y="79142"/>
                  </a:cubicBezTo>
                  <a:cubicBezTo>
                    <a:pt x="568759" y="105793"/>
                    <a:pt x="577268" y="176373"/>
                    <a:pt x="607821" y="256971"/>
                  </a:cubicBezTo>
                  <a:cubicBezTo>
                    <a:pt x="569722" y="288147"/>
                    <a:pt x="481495" y="371708"/>
                    <a:pt x="439161" y="399580"/>
                  </a:cubicBezTo>
                  <a:cubicBezTo>
                    <a:pt x="365142" y="398606"/>
                    <a:pt x="287467" y="396350"/>
                    <a:pt x="168658" y="399580"/>
                  </a:cubicBezTo>
                  <a:cubicBezTo>
                    <a:pt x="87738" y="327644"/>
                    <a:pt x="34917" y="289117"/>
                    <a:pt x="-2" y="256971"/>
                  </a:cubicBezTo>
                  <a:close/>
                </a:path>
                <a:path w="607819" h="399578" stroke="0" extrusionOk="0">
                  <a:moveTo>
                    <a:pt x="-2" y="256971"/>
                  </a:moveTo>
                  <a:cubicBezTo>
                    <a:pt x="42569" y="175485"/>
                    <a:pt x="47171" y="117764"/>
                    <a:pt x="60193" y="79142"/>
                  </a:cubicBezTo>
                  <a:cubicBezTo>
                    <a:pt x="132610" y="38188"/>
                    <a:pt x="205504" y="26242"/>
                    <a:pt x="303910" y="0"/>
                  </a:cubicBezTo>
                  <a:cubicBezTo>
                    <a:pt x="370504" y="-1187"/>
                    <a:pt x="428588" y="40263"/>
                    <a:pt x="547626" y="79142"/>
                  </a:cubicBezTo>
                  <a:cubicBezTo>
                    <a:pt x="574468" y="140420"/>
                    <a:pt x="604651" y="219027"/>
                    <a:pt x="607821" y="256971"/>
                  </a:cubicBezTo>
                  <a:cubicBezTo>
                    <a:pt x="584484" y="283674"/>
                    <a:pt x="472184" y="346321"/>
                    <a:pt x="439161" y="399580"/>
                  </a:cubicBezTo>
                  <a:cubicBezTo>
                    <a:pt x="402153" y="392099"/>
                    <a:pt x="247867" y="412855"/>
                    <a:pt x="168658" y="399580"/>
                  </a:cubicBezTo>
                  <a:cubicBezTo>
                    <a:pt x="116008" y="346639"/>
                    <a:pt x="62022" y="335296"/>
                    <a:pt x="-2" y="256971"/>
                  </a:cubicBezTo>
                  <a:close/>
                </a:path>
              </a:pathLst>
            </a:cu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accent6">
                  <a:lumMod val="50000"/>
                </a:schemeClr>
              </a:solidFill>
              <a:prstDash val="dashDot"/>
              <a:extLst>
                <a:ext uri="{C807C97D-BFC1-408E-A445-0C87EB9F89A2}">
                  <ask:lineSketchStyleProps xmlns:ask="http://schemas.microsoft.com/office/drawing/2018/sketchyshapes" sd="1219033472">
                    <a:prstGeom prst="heptagon">
                      <a:avLst/>
                    </a:prstGeom>
                    <ask:type>
                      <ask:lineSketchCurve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accent5">
                      <a:lumMod val="60000"/>
                      <a:lumOff val="40000"/>
                    </a:schemeClr>
                  </a:solidFill>
                </a:rPr>
                <a:t>AE</a:t>
              </a:r>
              <a:endParaRPr lang="en-GB" sz="1200" dirty="0">
                <a:solidFill>
                  <a:schemeClr val="accent5">
                    <a:lumMod val="60000"/>
                    <a:lumOff val="40000"/>
                  </a:schemeClr>
                </a:solidFill>
              </a:endParaRPr>
            </a:p>
          </p:txBody>
        </p:sp>
        <p:sp>
          <p:nvSpPr>
            <p:cNvPr id="45" name="Heptagon 44">
              <a:extLst>
                <a:ext uri="{FF2B5EF4-FFF2-40B4-BE49-F238E27FC236}">
                  <a16:creationId xmlns:a16="http://schemas.microsoft.com/office/drawing/2014/main" id="{7FFC6250-57AF-55FD-03D2-18702887777A}"/>
                </a:ext>
              </a:extLst>
            </p:cNvPr>
            <p:cNvSpPr/>
            <p:nvPr/>
          </p:nvSpPr>
          <p:spPr>
            <a:xfrm>
              <a:off x="11468571" y="5756073"/>
              <a:ext cx="607819" cy="399578"/>
            </a:xfrm>
            <a:custGeom>
              <a:avLst/>
              <a:gdLst>
                <a:gd name="connsiteX0" fmla="*/ -2 w 607819"/>
                <a:gd name="connsiteY0" fmla="*/ 256971 h 399578"/>
                <a:gd name="connsiteX1" fmla="*/ 60193 w 607819"/>
                <a:gd name="connsiteY1" fmla="*/ 79142 h 399578"/>
                <a:gd name="connsiteX2" fmla="*/ 303910 w 607819"/>
                <a:gd name="connsiteY2" fmla="*/ 0 h 399578"/>
                <a:gd name="connsiteX3" fmla="*/ 547626 w 607819"/>
                <a:gd name="connsiteY3" fmla="*/ 79142 h 399578"/>
                <a:gd name="connsiteX4" fmla="*/ 607821 w 607819"/>
                <a:gd name="connsiteY4" fmla="*/ 256971 h 399578"/>
                <a:gd name="connsiteX5" fmla="*/ 439161 w 607819"/>
                <a:gd name="connsiteY5" fmla="*/ 399580 h 399578"/>
                <a:gd name="connsiteX6" fmla="*/ 168658 w 607819"/>
                <a:gd name="connsiteY6" fmla="*/ 399580 h 399578"/>
                <a:gd name="connsiteX7" fmla="*/ -2 w 607819"/>
                <a:gd name="connsiteY7" fmla="*/ 256971 h 3995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07819" h="399578" fill="none" extrusionOk="0">
                  <a:moveTo>
                    <a:pt x="-2" y="256971"/>
                  </a:moveTo>
                  <a:cubicBezTo>
                    <a:pt x="11056" y="212928"/>
                    <a:pt x="57916" y="102994"/>
                    <a:pt x="60193" y="79142"/>
                  </a:cubicBezTo>
                  <a:cubicBezTo>
                    <a:pt x="119350" y="78653"/>
                    <a:pt x="242135" y="24968"/>
                    <a:pt x="303910" y="0"/>
                  </a:cubicBezTo>
                  <a:cubicBezTo>
                    <a:pt x="389143" y="4178"/>
                    <a:pt x="497244" y="53400"/>
                    <a:pt x="547626" y="79142"/>
                  </a:cubicBezTo>
                  <a:cubicBezTo>
                    <a:pt x="568759" y="105793"/>
                    <a:pt x="577268" y="176373"/>
                    <a:pt x="607821" y="256971"/>
                  </a:cubicBezTo>
                  <a:cubicBezTo>
                    <a:pt x="569722" y="288147"/>
                    <a:pt x="481495" y="371708"/>
                    <a:pt x="439161" y="399580"/>
                  </a:cubicBezTo>
                  <a:cubicBezTo>
                    <a:pt x="365142" y="398606"/>
                    <a:pt x="287467" y="396350"/>
                    <a:pt x="168658" y="399580"/>
                  </a:cubicBezTo>
                  <a:cubicBezTo>
                    <a:pt x="87738" y="327644"/>
                    <a:pt x="34917" y="289117"/>
                    <a:pt x="-2" y="256971"/>
                  </a:cubicBezTo>
                  <a:close/>
                </a:path>
                <a:path w="607819" h="399578" stroke="0" extrusionOk="0">
                  <a:moveTo>
                    <a:pt x="-2" y="256971"/>
                  </a:moveTo>
                  <a:cubicBezTo>
                    <a:pt x="42569" y="175485"/>
                    <a:pt x="47171" y="117764"/>
                    <a:pt x="60193" y="79142"/>
                  </a:cubicBezTo>
                  <a:cubicBezTo>
                    <a:pt x="132610" y="38188"/>
                    <a:pt x="205504" y="26242"/>
                    <a:pt x="303910" y="0"/>
                  </a:cubicBezTo>
                  <a:cubicBezTo>
                    <a:pt x="370504" y="-1187"/>
                    <a:pt x="428588" y="40263"/>
                    <a:pt x="547626" y="79142"/>
                  </a:cubicBezTo>
                  <a:cubicBezTo>
                    <a:pt x="574468" y="140420"/>
                    <a:pt x="604651" y="219027"/>
                    <a:pt x="607821" y="256971"/>
                  </a:cubicBezTo>
                  <a:cubicBezTo>
                    <a:pt x="584484" y="283674"/>
                    <a:pt x="472184" y="346321"/>
                    <a:pt x="439161" y="399580"/>
                  </a:cubicBezTo>
                  <a:cubicBezTo>
                    <a:pt x="402153" y="392099"/>
                    <a:pt x="247867" y="412855"/>
                    <a:pt x="168658" y="399580"/>
                  </a:cubicBezTo>
                  <a:cubicBezTo>
                    <a:pt x="116008" y="346639"/>
                    <a:pt x="62022" y="335296"/>
                    <a:pt x="-2" y="256971"/>
                  </a:cubicBezTo>
                  <a:close/>
                </a:path>
              </a:pathLst>
            </a:cu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accent6">
                  <a:lumMod val="50000"/>
                </a:schemeClr>
              </a:solidFill>
              <a:prstDash val="dashDot"/>
              <a:extLst>
                <a:ext uri="{C807C97D-BFC1-408E-A445-0C87EB9F89A2}">
                  <ask:lineSketchStyleProps xmlns:ask="http://schemas.microsoft.com/office/drawing/2018/sketchyshapes" sd="1219033472">
                    <a:prstGeom prst="heptagon">
                      <a:avLst/>
                    </a:prstGeom>
                    <ask:type>
                      <ask:lineSketchCurve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accent5">
                      <a:lumMod val="60000"/>
                      <a:lumOff val="40000"/>
                    </a:schemeClr>
                  </a:solidFill>
                </a:rPr>
                <a:t>AE</a:t>
              </a:r>
              <a:endParaRPr lang="en-GB" sz="1200" dirty="0">
                <a:solidFill>
                  <a:schemeClr val="accent5">
                    <a:lumMod val="60000"/>
                    <a:lumOff val="40000"/>
                  </a:schemeClr>
                </a:solidFill>
              </a:endParaRPr>
            </a:p>
          </p:txBody>
        </p:sp>
        <p:sp>
          <p:nvSpPr>
            <p:cNvPr id="47" name="Oval 46">
              <a:extLst>
                <a:ext uri="{FF2B5EF4-FFF2-40B4-BE49-F238E27FC236}">
                  <a16:creationId xmlns:a16="http://schemas.microsoft.com/office/drawing/2014/main" id="{CECFDA31-3F00-56E4-54E0-972118EB7509}"/>
                </a:ext>
              </a:extLst>
            </p:cNvPr>
            <p:cNvSpPr/>
            <p:nvPr/>
          </p:nvSpPr>
          <p:spPr>
            <a:xfrm>
              <a:off x="3215970" y="2787196"/>
              <a:ext cx="497089" cy="379238"/>
            </a:xfrm>
            <a:prstGeom prst="ellipse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 err="1">
                  <a:solidFill>
                    <a:schemeClr val="tx1"/>
                  </a:solidFill>
                </a:rPr>
                <a:t>os</a:t>
              </a:r>
              <a:endParaRPr lang="en-GB" sz="1200" dirty="0">
                <a:solidFill>
                  <a:schemeClr val="tx1"/>
                </a:solidFill>
              </a:endParaRPr>
            </a:p>
          </p:txBody>
        </p:sp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5FB88972-9212-E6D6-532B-5CA3F3D194BF}"/>
                </a:ext>
              </a:extLst>
            </p:cNvPr>
            <p:cNvSpPr/>
            <p:nvPr/>
          </p:nvSpPr>
          <p:spPr>
            <a:xfrm>
              <a:off x="11550345" y="2787196"/>
              <a:ext cx="497089" cy="379238"/>
            </a:xfrm>
            <a:prstGeom prst="ellipse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 err="1">
                  <a:solidFill>
                    <a:schemeClr val="tx1"/>
                  </a:solidFill>
                </a:rPr>
                <a:t>os</a:t>
              </a:r>
              <a:endParaRPr lang="en-GB" sz="1200" dirty="0">
                <a:solidFill>
                  <a:schemeClr val="tx1"/>
                </a:solidFill>
              </a:endParaRPr>
            </a:p>
          </p:txBody>
        </p:sp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5F70D3A2-044D-F5A3-AAD5-E38FA717FAF1}"/>
                </a:ext>
              </a:extLst>
            </p:cNvPr>
            <p:cNvSpPr/>
            <p:nvPr/>
          </p:nvSpPr>
          <p:spPr>
            <a:xfrm>
              <a:off x="11607495" y="6073321"/>
              <a:ext cx="497089" cy="379238"/>
            </a:xfrm>
            <a:prstGeom prst="ellipse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 err="1">
                  <a:solidFill>
                    <a:schemeClr val="tx1"/>
                  </a:solidFill>
                </a:rPr>
                <a:t>os</a:t>
              </a:r>
              <a:endParaRPr lang="en-GB" sz="1200" dirty="0">
                <a:solidFill>
                  <a:schemeClr val="tx1"/>
                </a:solidFill>
              </a:endParaRPr>
            </a:p>
          </p:txBody>
        </p:sp>
        <p:sp>
          <p:nvSpPr>
            <p:cNvPr id="50" name="Oval 49">
              <a:extLst>
                <a:ext uri="{FF2B5EF4-FFF2-40B4-BE49-F238E27FC236}">
                  <a16:creationId xmlns:a16="http://schemas.microsoft.com/office/drawing/2014/main" id="{1602CB72-A0EE-7676-D226-559285926003}"/>
                </a:ext>
              </a:extLst>
            </p:cNvPr>
            <p:cNvSpPr/>
            <p:nvPr/>
          </p:nvSpPr>
          <p:spPr>
            <a:xfrm>
              <a:off x="5562420" y="5354758"/>
              <a:ext cx="971550" cy="287757"/>
            </a:xfrm>
            <a:custGeom>
              <a:avLst/>
              <a:gdLst>
                <a:gd name="connsiteX0" fmla="*/ 0 w 971550"/>
                <a:gd name="connsiteY0" fmla="*/ 143879 h 287757"/>
                <a:gd name="connsiteX1" fmla="*/ 485775 w 971550"/>
                <a:gd name="connsiteY1" fmla="*/ 0 h 287757"/>
                <a:gd name="connsiteX2" fmla="*/ 971550 w 971550"/>
                <a:gd name="connsiteY2" fmla="*/ 143879 h 287757"/>
                <a:gd name="connsiteX3" fmla="*/ 485775 w 971550"/>
                <a:gd name="connsiteY3" fmla="*/ 287758 h 287757"/>
                <a:gd name="connsiteX4" fmla="*/ 0 w 971550"/>
                <a:gd name="connsiteY4" fmla="*/ 143879 h 287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71550" h="287757" fill="none" extrusionOk="0">
                  <a:moveTo>
                    <a:pt x="0" y="143879"/>
                  </a:moveTo>
                  <a:cubicBezTo>
                    <a:pt x="40681" y="79199"/>
                    <a:pt x="207772" y="38369"/>
                    <a:pt x="485775" y="0"/>
                  </a:cubicBezTo>
                  <a:cubicBezTo>
                    <a:pt x="760625" y="-8879"/>
                    <a:pt x="980142" y="60501"/>
                    <a:pt x="971550" y="143879"/>
                  </a:cubicBezTo>
                  <a:cubicBezTo>
                    <a:pt x="967471" y="192463"/>
                    <a:pt x="744174" y="277237"/>
                    <a:pt x="485775" y="287758"/>
                  </a:cubicBezTo>
                  <a:cubicBezTo>
                    <a:pt x="218854" y="275230"/>
                    <a:pt x="5303" y="226663"/>
                    <a:pt x="0" y="143879"/>
                  </a:cubicBezTo>
                  <a:close/>
                </a:path>
                <a:path w="971550" h="287757" stroke="0" extrusionOk="0">
                  <a:moveTo>
                    <a:pt x="0" y="143879"/>
                  </a:moveTo>
                  <a:cubicBezTo>
                    <a:pt x="6600" y="80081"/>
                    <a:pt x="199556" y="-13371"/>
                    <a:pt x="485775" y="0"/>
                  </a:cubicBezTo>
                  <a:cubicBezTo>
                    <a:pt x="739520" y="1883"/>
                    <a:pt x="975339" y="63868"/>
                    <a:pt x="971550" y="143879"/>
                  </a:cubicBezTo>
                  <a:cubicBezTo>
                    <a:pt x="978973" y="221089"/>
                    <a:pt x="759726" y="282679"/>
                    <a:pt x="485775" y="287758"/>
                  </a:cubicBezTo>
                  <a:cubicBezTo>
                    <a:pt x="208120" y="288534"/>
                    <a:pt x="-2537" y="232239"/>
                    <a:pt x="0" y="143879"/>
                  </a:cubicBezTo>
                  <a:close/>
                </a:path>
              </a:pathLst>
            </a:custGeom>
            <a:solidFill>
              <a:schemeClr val="accent2">
                <a:lumMod val="20000"/>
                <a:lumOff val="80000"/>
              </a:schemeClr>
            </a:solidFill>
            <a:ln>
              <a:solidFill>
                <a:srgbClr val="FF0000"/>
              </a:solidFill>
              <a:prstDash val="dashDot"/>
              <a:extLst>
                <a:ext uri="{C807C97D-BFC1-408E-A445-0C87EB9F89A2}">
                  <ask:lineSketchStyleProps xmlns:ask="http://schemas.microsoft.com/office/drawing/2018/sketchyshapes" sd="579111871">
                    <a:prstGeom prst="ellipse">
                      <a:avLst/>
                    </a:prstGeom>
                    <ask:type>
                      <ask:lineSketchCurve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200" dirty="0" err="1">
                  <a:solidFill>
                    <a:schemeClr val="tx1"/>
                  </a:solidFill>
                </a:rPr>
                <a:t>tx.beva</a:t>
              </a:r>
              <a:endParaRPr lang="en-GB" sz="1200" dirty="0">
                <a:solidFill>
                  <a:schemeClr val="tx1"/>
                </a:solidFill>
              </a:endParaRPr>
            </a:p>
          </p:txBody>
        </p:sp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2AD862BA-69A8-7B94-004D-880BEE78CAD8}"/>
                </a:ext>
              </a:extLst>
            </p:cNvPr>
            <p:cNvSpPr/>
            <p:nvPr/>
          </p:nvSpPr>
          <p:spPr>
            <a:xfrm>
              <a:off x="5636907" y="5622860"/>
              <a:ext cx="1061633" cy="287758"/>
            </a:xfrm>
            <a:custGeom>
              <a:avLst/>
              <a:gdLst>
                <a:gd name="connsiteX0" fmla="*/ 0 w 1061633"/>
                <a:gd name="connsiteY0" fmla="*/ 143879 h 287758"/>
                <a:gd name="connsiteX1" fmla="*/ 530817 w 1061633"/>
                <a:gd name="connsiteY1" fmla="*/ 0 h 287758"/>
                <a:gd name="connsiteX2" fmla="*/ 1061634 w 1061633"/>
                <a:gd name="connsiteY2" fmla="*/ 143879 h 287758"/>
                <a:gd name="connsiteX3" fmla="*/ 530817 w 1061633"/>
                <a:gd name="connsiteY3" fmla="*/ 287758 h 287758"/>
                <a:gd name="connsiteX4" fmla="*/ 0 w 1061633"/>
                <a:gd name="connsiteY4" fmla="*/ 143879 h 287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61633" h="287758" fill="none" extrusionOk="0">
                  <a:moveTo>
                    <a:pt x="0" y="143879"/>
                  </a:moveTo>
                  <a:cubicBezTo>
                    <a:pt x="33542" y="68396"/>
                    <a:pt x="246346" y="-17886"/>
                    <a:pt x="530817" y="0"/>
                  </a:cubicBezTo>
                  <a:cubicBezTo>
                    <a:pt x="811644" y="-1889"/>
                    <a:pt x="1059972" y="65982"/>
                    <a:pt x="1061634" y="143879"/>
                  </a:cubicBezTo>
                  <a:cubicBezTo>
                    <a:pt x="1057285" y="181866"/>
                    <a:pt x="800071" y="320983"/>
                    <a:pt x="530817" y="287758"/>
                  </a:cubicBezTo>
                  <a:cubicBezTo>
                    <a:pt x="239355" y="288710"/>
                    <a:pt x="10230" y="225801"/>
                    <a:pt x="0" y="143879"/>
                  </a:cubicBezTo>
                  <a:close/>
                </a:path>
                <a:path w="1061633" h="287758" stroke="0" extrusionOk="0">
                  <a:moveTo>
                    <a:pt x="0" y="143879"/>
                  </a:moveTo>
                  <a:cubicBezTo>
                    <a:pt x="-8625" y="59097"/>
                    <a:pt x="219603" y="6775"/>
                    <a:pt x="530817" y="0"/>
                  </a:cubicBezTo>
                  <a:cubicBezTo>
                    <a:pt x="825306" y="279"/>
                    <a:pt x="1048437" y="64837"/>
                    <a:pt x="1061634" y="143879"/>
                  </a:cubicBezTo>
                  <a:cubicBezTo>
                    <a:pt x="1051447" y="233289"/>
                    <a:pt x="819143" y="314488"/>
                    <a:pt x="530817" y="287758"/>
                  </a:cubicBezTo>
                  <a:cubicBezTo>
                    <a:pt x="225041" y="280857"/>
                    <a:pt x="9577" y="227917"/>
                    <a:pt x="0" y="143879"/>
                  </a:cubicBezTo>
                  <a:close/>
                </a:path>
              </a:pathLst>
            </a:custGeom>
            <a:solidFill>
              <a:schemeClr val="accent2">
                <a:lumMod val="20000"/>
                <a:lumOff val="80000"/>
              </a:schemeClr>
            </a:solidFill>
            <a:ln>
              <a:solidFill>
                <a:srgbClr val="FF0000"/>
              </a:solidFill>
              <a:prstDash val="dashDot"/>
              <a:extLst>
                <a:ext uri="{C807C97D-BFC1-408E-A445-0C87EB9F89A2}">
                  <ask:lineSketchStyleProps xmlns:ask="http://schemas.microsoft.com/office/drawing/2018/sketchyshapes" sd="1219033472">
                    <a:prstGeom prst="ellipse">
                      <a:avLst/>
                    </a:prstGeom>
                    <ask:type>
                      <ask:lineSketchCurve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 err="1">
                  <a:solidFill>
                    <a:schemeClr val="tx1"/>
                  </a:solidFill>
                </a:rPr>
                <a:t>Idfs.ontx</a:t>
              </a:r>
              <a:endParaRPr lang="en-GB" sz="1200" dirty="0">
                <a:solidFill>
                  <a:schemeClr val="tx1"/>
                </a:solidFill>
              </a:endParaRPr>
            </a:p>
          </p:txBody>
        </p:sp>
        <p:sp>
          <p:nvSpPr>
            <p:cNvPr id="52" name="Heptagon 51">
              <a:extLst>
                <a:ext uri="{FF2B5EF4-FFF2-40B4-BE49-F238E27FC236}">
                  <a16:creationId xmlns:a16="http://schemas.microsoft.com/office/drawing/2014/main" id="{160DAA42-DC9B-CB13-CF9F-BCFD6FABDF7D}"/>
                </a:ext>
              </a:extLst>
            </p:cNvPr>
            <p:cNvSpPr/>
            <p:nvPr/>
          </p:nvSpPr>
          <p:spPr>
            <a:xfrm>
              <a:off x="6366055" y="5356024"/>
              <a:ext cx="607819" cy="399578"/>
            </a:xfrm>
            <a:custGeom>
              <a:avLst/>
              <a:gdLst>
                <a:gd name="connsiteX0" fmla="*/ -2 w 607819"/>
                <a:gd name="connsiteY0" fmla="*/ 256971 h 399578"/>
                <a:gd name="connsiteX1" fmla="*/ 60193 w 607819"/>
                <a:gd name="connsiteY1" fmla="*/ 79142 h 399578"/>
                <a:gd name="connsiteX2" fmla="*/ 303910 w 607819"/>
                <a:gd name="connsiteY2" fmla="*/ 0 h 399578"/>
                <a:gd name="connsiteX3" fmla="*/ 547626 w 607819"/>
                <a:gd name="connsiteY3" fmla="*/ 79142 h 399578"/>
                <a:gd name="connsiteX4" fmla="*/ 607821 w 607819"/>
                <a:gd name="connsiteY4" fmla="*/ 256971 h 399578"/>
                <a:gd name="connsiteX5" fmla="*/ 439161 w 607819"/>
                <a:gd name="connsiteY5" fmla="*/ 399580 h 399578"/>
                <a:gd name="connsiteX6" fmla="*/ 168658 w 607819"/>
                <a:gd name="connsiteY6" fmla="*/ 399580 h 399578"/>
                <a:gd name="connsiteX7" fmla="*/ -2 w 607819"/>
                <a:gd name="connsiteY7" fmla="*/ 256971 h 3995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07819" h="399578" fill="none" extrusionOk="0">
                  <a:moveTo>
                    <a:pt x="-2" y="256971"/>
                  </a:moveTo>
                  <a:cubicBezTo>
                    <a:pt x="11056" y="212928"/>
                    <a:pt x="57916" y="102994"/>
                    <a:pt x="60193" y="79142"/>
                  </a:cubicBezTo>
                  <a:cubicBezTo>
                    <a:pt x="119350" y="78653"/>
                    <a:pt x="242135" y="24968"/>
                    <a:pt x="303910" y="0"/>
                  </a:cubicBezTo>
                  <a:cubicBezTo>
                    <a:pt x="389143" y="4178"/>
                    <a:pt x="497244" y="53400"/>
                    <a:pt x="547626" y="79142"/>
                  </a:cubicBezTo>
                  <a:cubicBezTo>
                    <a:pt x="568759" y="105793"/>
                    <a:pt x="577268" y="176373"/>
                    <a:pt x="607821" y="256971"/>
                  </a:cubicBezTo>
                  <a:cubicBezTo>
                    <a:pt x="569722" y="288147"/>
                    <a:pt x="481495" y="371708"/>
                    <a:pt x="439161" y="399580"/>
                  </a:cubicBezTo>
                  <a:cubicBezTo>
                    <a:pt x="365142" y="398606"/>
                    <a:pt x="287467" y="396350"/>
                    <a:pt x="168658" y="399580"/>
                  </a:cubicBezTo>
                  <a:cubicBezTo>
                    <a:pt x="87738" y="327644"/>
                    <a:pt x="34917" y="289117"/>
                    <a:pt x="-2" y="256971"/>
                  </a:cubicBezTo>
                  <a:close/>
                </a:path>
                <a:path w="607819" h="399578" stroke="0" extrusionOk="0">
                  <a:moveTo>
                    <a:pt x="-2" y="256971"/>
                  </a:moveTo>
                  <a:cubicBezTo>
                    <a:pt x="42569" y="175485"/>
                    <a:pt x="47171" y="117764"/>
                    <a:pt x="60193" y="79142"/>
                  </a:cubicBezTo>
                  <a:cubicBezTo>
                    <a:pt x="132610" y="38188"/>
                    <a:pt x="205504" y="26242"/>
                    <a:pt x="303910" y="0"/>
                  </a:cubicBezTo>
                  <a:cubicBezTo>
                    <a:pt x="370504" y="-1187"/>
                    <a:pt x="428588" y="40263"/>
                    <a:pt x="547626" y="79142"/>
                  </a:cubicBezTo>
                  <a:cubicBezTo>
                    <a:pt x="574468" y="140420"/>
                    <a:pt x="604651" y="219027"/>
                    <a:pt x="607821" y="256971"/>
                  </a:cubicBezTo>
                  <a:cubicBezTo>
                    <a:pt x="584484" y="283674"/>
                    <a:pt x="472184" y="346321"/>
                    <a:pt x="439161" y="399580"/>
                  </a:cubicBezTo>
                  <a:cubicBezTo>
                    <a:pt x="402153" y="392099"/>
                    <a:pt x="247867" y="412855"/>
                    <a:pt x="168658" y="399580"/>
                  </a:cubicBezTo>
                  <a:cubicBezTo>
                    <a:pt x="116008" y="346639"/>
                    <a:pt x="62022" y="335296"/>
                    <a:pt x="-2" y="256971"/>
                  </a:cubicBezTo>
                  <a:close/>
                </a:path>
              </a:pathLst>
            </a:cu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accent6">
                  <a:lumMod val="50000"/>
                </a:schemeClr>
              </a:solidFill>
              <a:prstDash val="dashDot"/>
              <a:extLst>
                <a:ext uri="{C807C97D-BFC1-408E-A445-0C87EB9F89A2}">
                  <ask:lineSketchStyleProps xmlns:ask="http://schemas.microsoft.com/office/drawing/2018/sketchyshapes" sd="1219033472">
                    <a:prstGeom prst="heptagon">
                      <a:avLst/>
                    </a:prstGeom>
                    <ask:type>
                      <ask:lineSketchCurve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accent5">
                      <a:lumMod val="60000"/>
                      <a:lumOff val="40000"/>
                    </a:schemeClr>
                  </a:solidFill>
                </a:rPr>
                <a:t>AE</a:t>
              </a:r>
              <a:endParaRPr lang="en-GB" sz="1200" dirty="0">
                <a:solidFill>
                  <a:schemeClr val="accent5">
                    <a:lumMod val="60000"/>
                    <a:lumOff val="40000"/>
                  </a:schemeClr>
                </a:solidFill>
              </a:endParaRPr>
            </a:p>
          </p:txBody>
        </p:sp>
        <p:sp>
          <p:nvSpPr>
            <p:cNvPr id="53" name="Oval 52">
              <a:extLst>
                <a:ext uri="{FF2B5EF4-FFF2-40B4-BE49-F238E27FC236}">
                  <a16:creationId xmlns:a16="http://schemas.microsoft.com/office/drawing/2014/main" id="{5BDC54DC-878D-73A7-B9F9-398C252BB98A}"/>
                </a:ext>
              </a:extLst>
            </p:cNvPr>
            <p:cNvSpPr/>
            <p:nvPr/>
          </p:nvSpPr>
          <p:spPr>
            <a:xfrm>
              <a:off x="6521145" y="5654221"/>
              <a:ext cx="497089" cy="379238"/>
            </a:xfrm>
            <a:prstGeom prst="ellipse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 err="1">
                  <a:solidFill>
                    <a:schemeClr val="tx1"/>
                  </a:solidFill>
                </a:rPr>
                <a:t>os</a:t>
              </a:r>
              <a:endParaRPr lang="en-GB" sz="1200" dirty="0">
                <a:solidFill>
                  <a:schemeClr val="tx1"/>
                </a:solidFill>
              </a:endParaRPr>
            </a:p>
          </p:txBody>
        </p:sp>
        <p:sp>
          <p:nvSpPr>
            <p:cNvPr id="56" name="Oval 55">
              <a:extLst>
                <a:ext uri="{FF2B5EF4-FFF2-40B4-BE49-F238E27FC236}">
                  <a16:creationId xmlns:a16="http://schemas.microsoft.com/office/drawing/2014/main" id="{7BA1BC67-81A8-3E5D-BE5B-D6F7D02FCDE2}"/>
                </a:ext>
              </a:extLst>
            </p:cNvPr>
            <p:cNvSpPr/>
            <p:nvPr/>
          </p:nvSpPr>
          <p:spPr>
            <a:xfrm>
              <a:off x="10864730" y="4302675"/>
              <a:ext cx="823655" cy="243622"/>
            </a:xfrm>
            <a:custGeom>
              <a:avLst/>
              <a:gdLst>
                <a:gd name="connsiteX0" fmla="*/ 0 w 823655"/>
                <a:gd name="connsiteY0" fmla="*/ 121811 h 243622"/>
                <a:gd name="connsiteX1" fmla="*/ 411828 w 823655"/>
                <a:gd name="connsiteY1" fmla="*/ 0 h 243622"/>
                <a:gd name="connsiteX2" fmla="*/ 823656 w 823655"/>
                <a:gd name="connsiteY2" fmla="*/ 121811 h 243622"/>
                <a:gd name="connsiteX3" fmla="*/ 411828 w 823655"/>
                <a:gd name="connsiteY3" fmla="*/ 243622 h 243622"/>
                <a:gd name="connsiteX4" fmla="*/ 0 w 823655"/>
                <a:gd name="connsiteY4" fmla="*/ 121811 h 243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23655" h="243622" fill="none" extrusionOk="0">
                  <a:moveTo>
                    <a:pt x="0" y="121811"/>
                  </a:moveTo>
                  <a:cubicBezTo>
                    <a:pt x="-777" y="41487"/>
                    <a:pt x="215381" y="-14440"/>
                    <a:pt x="411828" y="0"/>
                  </a:cubicBezTo>
                  <a:cubicBezTo>
                    <a:pt x="631118" y="-2653"/>
                    <a:pt x="814192" y="52356"/>
                    <a:pt x="823656" y="121811"/>
                  </a:cubicBezTo>
                  <a:cubicBezTo>
                    <a:pt x="795084" y="176507"/>
                    <a:pt x="617783" y="237143"/>
                    <a:pt x="411828" y="243622"/>
                  </a:cubicBezTo>
                  <a:cubicBezTo>
                    <a:pt x="178584" y="247891"/>
                    <a:pt x="-4612" y="197236"/>
                    <a:pt x="0" y="121811"/>
                  </a:cubicBezTo>
                  <a:close/>
                </a:path>
                <a:path w="823655" h="243622" stroke="0" extrusionOk="0">
                  <a:moveTo>
                    <a:pt x="0" y="121811"/>
                  </a:moveTo>
                  <a:cubicBezTo>
                    <a:pt x="-25556" y="71800"/>
                    <a:pt x="197179" y="6860"/>
                    <a:pt x="411828" y="0"/>
                  </a:cubicBezTo>
                  <a:cubicBezTo>
                    <a:pt x="640672" y="11908"/>
                    <a:pt x="819423" y="56721"/>
                    <a:pt x="823656" y="121811"/>
                  </a:cubicBezTo>
                  <a:cubicBezTo>
                    <a:pt x="844654" y="178225"/>
                    <a:pt x="632582" y="211320"/>
                    <a:pt x="411828" y="243622"/>
                  </a:cubicBezTo>
                  <a:cubicBezTo>
                    <a:pt x="176438" y="244104"/>
                    <a:pt x="-4022" y="184340"/>
                    <a:pt x="0" y="121811"/>
                  </a:cubicBezTo>
                  <a:close/>
                </a:path>
              </a:pathLst>
            </a:custGeom>
            <a:solidFill>
              <a:schemeClr val="accent2">
                <a:lumMod val="20000"/>
                <a:lumOff val="80000"/>
              </a:schemeClr>
            </a:solidFill>
            <a:ln>
              <a:solidFill>
                <a:srgbClr val="FF0000"/>
              </a:solidFill>
              <a:prstDash val="dashDot"/>
              <a:extLst>
                <a:ext uri="{C807C97D-BFC1-408E-A445-0C87EB9F89A2}">
                  <ask:lineSketchStyleProps xmlns:ask="http://schemas.microsoft.com/office/drawing/2018/sketchyshapes" sd="2558881134">
                    <a:prstGeom prst="ellipse">
                      <a:avLst/>
                    </a:prstGeom>
                    <ask:type>
                      <ask:lineSketchCurve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 err="1">
                  <a:solidFill>
                    <a:schemeClr val="tx1"/>
                  </a:solidFill>
                </a:rPr>
                <a:t>mbcs</a:t>
              </a:r>
              <a:endParaRPr lang="en-GB" sz="1200" dirty="0">
                <a:solidFill>
                  <a:schemeClr val="tx1"/>
                </a:solidFill>
              </a:endParaRPr>
            </a:p>
          </p:txBody>
        </p:sp>
        <p:sp>
          <p:nvSpPr>
            <p:cNvPr id="57" name="Oval 56">
              <a:extLst>
                <a:ext uri="{FF2B5EF4-FFF2-40B4-BE49-F238E27FC236}">
                  <a16:creationId xmlns:a16="http://schemas.microsoft.com/office/drawing/2014/main" id="{6997D585-687D-D9AB-6A5C-A36A529D2622}"/>
                </a:ext>
              </a:extLst>
            </p:cNvPr>
            <p:cNvSpPr/>
            <p:nvPr/>
          </p:nvSpPr>
          <p:spPr>
            <a:xfrm>
              <a:off x="11175547" y="3968570"/>
              <a:ext cx="821530" cy="335091"/>
            </a:xfrm>
            <a:custGeom>
              <a:avLst/>
              <a:gdLst>
                <a:gd name="connsiteX0" fmla="*/ 0 w 821530"/>
                <a:gd name="connsiteY0" fmla="*/ 167546 h 335091"/>
                <a:gd name="connsiteX1" fmla="*/ 410765 w 821530"/>
                <a:gd name="connsiteY1" fmla="*/ 0 h 335091"/>
                <a:gd name="connsiteX2" fmla="*/ 821530 w 821530"/>
                <a:gd name="connsiteY2" fmla="*/ 167546 h 335091"/>
                <a:gd name="connsiteX3" fmla="*/ 410765 w 821530"/>
                <a:gd name="connsiteY3" fmla="*/ 335092 h 335091"/>
                <a:gd name="connsiteX4" fmla="*/ 0 w 821530"/>
                <a:gd name="connsiteY4" fmla="*/ 167546 h 3350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21530" h="335091" fill="none" extrusionOk="0">
                  <a:moveTo>
                    <a:pt x="0" y="167546"/>
                  </a:moveTo>
                  <a:cubicBezTo>
                    <a:pt x="2777" y="73491"/>
                    <a:pt x="214844" y="-2608"/>
                    <a:pt x="410765" y="0"/>
                  </a:cubicBezTo>
                  <a:cubicBezTo>
                    <a:pt x="623881" y="8707"/>
                    <a:pt x="838486" y="77540"/>
                    <a:pt x="821530" y="167546"/>
                  </a:cubicBezTo>
                  <a:cubicBezTo>
                    <a:pt x="831213" y="249518"/>
                    <a:pt x="617286" y="328469"/>
                    <a:pt x="410765" y="335092"/>
                  </a:cubicBezTo>
                  <a:cubicBezTo>
                    <a:pt x="175661" y="340340"/>
                    <a:pt x="7697" y="274906"/>
                    <a:pt x="0" y="167546"/>
                  </a:cubicBezTo>
                  <a:close/>
                </a:path>
                <a:path w="821530" h="335091" stroke="0" extrusionOk="0">
                  <a:moveTo>
                    <a:pt x="0" y="167546"/>
                  </a:moveTo>
                  <a:cubicBezTo>
                    <a:pt x="9587" y="66287"/>
                    <a:pt x="191853" y="20164"/>
                    <a:pt x="410765" y="0"/>
                  </a:cubicBezTo>
                  <a:cubicBezTo>
                    <a:pt x="636501" y="-621"/>
                    <a:pt x="804631" y="80670"/>
                    <a:pt x="821530" y="167546"/>
                  </a:cubicBezTo>
                  <a:cubicBezTo>
                    <a:pt x="828441" y="262634"/>
                    <a:pt x="624609" y="351582"/>
                    <a:pt x="410765" y="335092"/>
                  </a:cubicBezTo>
                  <a:cubicBezTo>
                    <a:pt x="194573" y="343492"/>
                    <a:pt x="-10657" y="266243"/>
                    <a:pt x="0" y="167546"/>
                  </a:cubicBezTo>
                  <a:close/>
                </a:path>
              </a:pathLst>
            </a:custGeom>
            <a:solidFill>
              <a:schemeClr val="accent2">
                <a:lumMod val="20000"/>
                <a:lumOff val="80000"/>
              </a:schemeClr>
            </a:solidFill>
            <a:ln>
              <a:solidFill>
                <a:srgbClr val="FF0000"/>
              </a:solidFill>
              <a:prstDash val="dashDot"/>
              <a:extLst>
                <a:ext uri="{C807C97D-BFC1-408E-A445-0C87EB9F89A2}">
                  <ask:lineSketchStyleProps xmlns:ask="http://schemas.microsoft.com/office/drawing/2018/sketchyshapes" sd="1808761005">
                    <a:prstGeom prst="ellipse">
                      <a:avLst/>
                    </a:prstGeom>
                    <ask:type>
                      <ask:lineSketchCurve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 err="1">
                  <a:solidFill>
                    <a:schemeClr val="tx1"/>
                  </a:solidFill>
                </a:rPr>
                <a:t>mbcs.ontx</a:t>
              </a:r>
              <a:endParaRPr lang="en-GB" sz="1200" dirty="0">
                <a:solidFill>
                  <a:schemeClr val="tx1"/>
                </a:solidFill>
              </a:endParaRPr>
            </a:p>
          </p:txBody>
        </p:sp>
        <p:sp>
          <p:nvSpPr>
            <p:cNvPr id="58" name="Oval 57">
              <a:extLst>
                <a:ext uri="{FF2B5EF4-FFF2-40B4-BE49-F238E27FC236}">
                  <a16:creationId xmlns:a16="http://schemas.microsoft.com/office/drawing/2014/main" id="{AA88175B-5786-3832-99A0-4BE10BA873B9}"/>
                </a:ext>
              </a:extLst>
            </p:cNvPr>
            <p:cNvSpPr/>
            <p:nvPr/>
          </p:nvSpPr>
          <p:spPr>
            <a:xfrm>
              <a:off x="9785715" y="4074202"/>
              <a:ext cx="678314" cy="223035"/>
            </a:xfrm>
            <a:custGeom>
              <a:avLst/>
              <a:gdLst>
                <a:gd name="connsiteX0" fmla="*/ 0 w 678314"/>
                <a:gd name="connsiteY0" fmla="*/ 111518 h 223035"/>
                <a:gd name="connsiteX1" fmla="*/ 339157 w 678314"/>
                <a:gd name="connsiteY1" fmla="*/ 0 h 223035"/>
                <a:gd name="connsiteX2" fmla="*/ 678314 w 678314"/>
                <a:gd name="connsiteY2" fmla="*/ 111518 h 223035"/>
                <a:gd name="connsiteX3" fmla="*/ 339157 w 678314"/>
                <a:gd name="connsiteY3" fmla="*/ 223036 h 223035"/>
                <a:gd name="connsiteX4" fmla="*/ 0 w 678314"/>
                <a:gd name="connsiteY4" fmla="*/ 111518 h 223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8314" h="223035" fill="none" extrusionOk="0">
                  <a:moveTo>
                    <a:pt x="0" y="111518"/>
                  </a:moveTo>
                  <a:cubicBezTo>
                    <a:pt x="15551" y="35147"/>
                    <a:pt x="175286" y="1547"/>
                    <a:pt x="339157" y="0"/>
                  </a:cubicBezTo>
                  <a:cubicBezTo>
                    <a:pt x="527110" y="1098"/>
                    <a:pt x="676780" y="49895"/>
                    <a:pt x="678314" y="111518"/>
                  </a:cubicBezTo>
                  <a:cubicBezTo>
                    <a:pt x="688946" y="174650"/>
                    <a:pt x="511022" y="215987"/>
                    <a:pt x="339157" y="223036"/>
                  </a:cubicBezTo>
                  <a:cubicBezTo>
                    <a:pt x="142365" y="225865"/>
                    <a:pt x="510" y="172417"/>
                    <a:pt x="0" y="111518"/>
                  </a:cubicBezTo>
                  <a:close/>
                </a:path>
                <a:path w="678314" h="223035" stroke="0" extrusionOk="0">
                  <a:moveTo>
                    <a:pt x="0" y="111518"/>
                  </a:moveTo>
                  <a:cubicBezTo>
                    <a:pt x="-6138" y="60697"/>
                    <a:pt x="140226" y="-4798"/>
                    <a:pt x="339157" y="0"/>
                  </a:cubicBezTo>
                  <a:cubicBezTo>
                    <a:pt x="532539" y="-896"/>
                    <a:pt x="674208" y="57407"/>
                    <a:pt x="678314" y="111518"/>
                  </a:cubicBezTo>
                  <a:cubicBezTo>
                    <a:pt x="654204" y="181166"/>
                    <a:pt x="510081" y="242414"/>
                    <a:pt x="339157" y="223036"/>
                  </a:cubicBezTo>
                  <a:cubicBezTo>
                    <a:pt x="153309" y="222089"/>
                    <a:pt x="-11205" y="175678"/>
                    <a:pt x="0" y="111518"/>
                  </a:cubicBezTo>
                  <a:close/>
                </a:path>
              </a:pathLst>
            </a:custGeom>
            <a:solidFill>
              <a:schemeClr val="accent2">
                <a:lumMod val="20000"/>
                <a:lumOff val="80000"/>
              </a:schemeClr>
            </a:solidFill>
            <a:ln>
              <a:solidFill>
                <a:srgbClr val="FF0000"/>
              </a:solidFill>
              <a:prstDash val="dashDot"/>
              <a:extLst>
                <a:ext uri="{C807C97D-BFC1-408E-A445-0C87EB9F89A2}">
                  <ask:lineSketchStyleProps xmlns:ask="http://schemas.microsoft.com/office/drawing/2018/sketchyshapes" sd="981765707">
                    <a:prstGeom prst="ellipse">
                      <a:avLst/>
                    </a:prstGeom>
                    <ask:type>
                      <ask:lineSketchCurve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 err="1">
                  <a:solidFill>
                    <a:schemeClr val="tx1"/>
                  </a:solidFill>
                </a:rPr>
                <a:t>Idfs</a:t>
              </a:r>
              <a:endParaRPr lang="en-GB" sz="1200" dirty="0">
                <a:solidFill>
                  <a:schemeClr val="tx1"/>
                </a:solidFill>
              </a:endParaRPr>
            </a:p>
          </p:txBody>
        </p:sp>
        <p:sp>
          <p:nvSpPr>
            <p:cNvPr id="59" name="Oval 58">
              <a:extLst>
                <a:ext uri="{FF2B5EF4-FFF2-40B4-BE49-F238E27FC236}">
                  <a16:creationId xmlns:a16="http://schemas.microsoft.com/office/drawing/2014/main" id="{1BDC4F59-CF1D-16DB-88EF-E0772C173C7D}"/>
                </a:ext>
              </a:extLst>
            </p:cNvPr>
            <p:cNvSpPr/>
            <p:nvPr/>
          </p:nvSpPr>
          <p:spPr>
            <a:xfrm>
              <a:off x="9917438" y="4309923"/>
              <a:ext cx="971550" cy="287757"/>
            </a:xfrm>
            <a:custGeom>
              <a:avLst/>
              <a:gdLst>
                <a:gd name="connsiteX0" fmla="*/ 0 w 971550"/>
                <a:gd name="connsiteY0" fmla="*/ 143879 h 287757"/>
                <a:gd name="connsiteX1" fmla="*/ 485775 w 971550"/>
                <a:gd name="connsiteY1" fmla="*/ 0 h 287757"/>
                <a:gd name="connsiteX2" fmla="*/ 971550 w 971550"/>
                <a:gd name="connsiteY2" fmla="*/ 143879 h 287757"/>
                <a:gd name="connsiteX3" fmla="*/ 485775 w 971550"/>
                <a:gd name="connsiteY3" fmla="*/ 287758 h 287757"/>
                <a:gd name="connsiteX4" fmla="*/ 0 w 971550"/>
                <a:gd name="connsiteY4" fmla="*/ 143879 h 287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71550" h="287757" fill="none" extrusionOk="0">
                  <a:moveTo>
                    <a:pt x="0" y="143879"/>
                  </a:moveTo>
                  <a:cubicBezTo>
                    <a:pt x="40681" y="79199"/>
                    <a:pt x="207772" y="38369"/>
                    <a:pt x="485775" y="0"/>
                  </a:cubicBezTo>
                  <a:cubicBezTo>
                    <a:pt x="760625" y="-8879"/>
                    <a:pt x="980142" y="60501"/>
                    <a:pt x="971550" y="143879"/>
                  </a:cubicBezTo>
                  <a:cubicBezTo>
                    <a:pt x="967471" y="192463"/>
                    <a:pt x="744174" y="277237"/>
                    <a:pt x="485775" y="287758"/>
                  </a:cubicBezTo>
                  <a:cubicBezTo>
                    <a:pt x="218854" y="275230"/>
                    <a:pt x="5303" y="226663"/>
                    <a:pt x="0" y="143879"/>
                  </a:cubicBezTo>
                  <a:close/>
                </a:path>
                <a:path w="971550" h="287757" stroke="0" extrusionOk="0">
                  <a:moveTo>
                    <a:pt x="0" y="143879"/>
                  </a:moveTo>
                  <a:cubicBezTo>
                    <a:pt x="6600" y="80081"/>
                    <a:pt x="199556" y="-13371"/>
                    <a:pt x="485775" y="0"/>
                  </a:cubicBezTo>
                  <a:cubicBezTo>
                    <a:pt x="739520" y="1883"/>
                    <a:pt x="975339" y="63868"/>
                    <a:pt x="971550" y="143879"/>
                  </a:cubicBezTo>
                  <a:cubicBezTo>
                    <a:pt x="978973" y="221089"/>
                    <a:pt x="759726" y="282679"/>
                    <a:pt x="485775" y="287758"/>
                  </a:cubicBezTo>
                  <a:cubicBezTo>
                    <a:pt x="208120" y="288534"/>
                    <a:pt x="-2537" y="232239"/>
                    <a:pt x="0" y="143879"/>
                  </a:cubicBezTo>
                  <a:close/>
                </a:path>
              </a:pathLst>
            </a:custGeom>
            <a:solidFill>
              <a:schemeClr val="accent2">
                <a:lumMod val="20000"/>
                <a:lumOff val="80000"/>
              </a:schemeClr>
            </a:solidFill>
            <a:ln>
              <a:solidFill>
                <a:srgbClr val="FF0000"/>
              </a:solidFill>
              <a:prstDash val="dashDot"/>
              <a:extLst>
                <a:ext uri="{C807C97D-BFC1-408E-A445-0C87EB9F89A2}">
                  <ask:lineSketchStyleProps xmlns:ask="http://schemas.microsoft.com/office/drawing/2018/sketchyshapes" sd="579111871">
                    <a:prstGeom prst="ellipse">
                      <a:avLst/>
                    </a:prstGeom>
                    <ask:type>
                      <ask:lineSketchCurve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200" dirty="0" err="1">
                  <a:solidFill>
                    <a:schemeClr val="tx1"/>
                  </a:solidFill>
                </a:rPr>
                <a:t>tx.beva</a:t>
              </a:r>
              <a:endParaRPr lang="en-GB" sz="1200" dirty="0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0638964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E7A8A9-C011-6EBB-E88D-2D75ACCB41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41600"/>
            <a:ext cx="10515600" cy="1325563"/>
          </a:xfrm>
        </p:spPr>
        <p:txBody>
          <a:bodyPr/>
          <a:lstStyle/>
          <a:p>
            <a:r>
              <a:rPr lang="en-US" dirty="0"/>
              <a:t>Multiple Sclerosis model adaptation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183044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8A248B-4748-82FF-6B54-43289CAE9B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MS Model diagram</a:t>
            </a:r>
            <a:endParaRPr lang="en-GB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BA85168-F2E5-F945-FE2E-D3209A2DFDA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alphaModFix amt="70000"/>
          </a:blip>
          <a:stretch>
            <a:fillRect/>
          </a:stretch>
        </p:blipFill>
        <p:spPr>
          <a:xfrm>
            <a:off x="1314450" y="2367756"/>
            <a:ext cx="9563100" cy="3267075"/>
          </a:xfr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3BD7970-CB6B-40ED-7EAE-784FEA926CB1}"/>
              </a:ext>
            </a:extLst>
          </p:cNvPr>
          <p:cNvSpPr txBox="1"/>
          <p:nvPr/>
        </p:nvSpPr>
        <p:spPr>
          <a:xfrm>
            <a:off x="1874582" y="4079096"/>
            <a:ext cx="1143000" cy="369332"/>
          </a:xfrm>
          <a:prstGeom prst="rect">
            <a:avLst/>
          </a:prstGeom>
          <a:solidFill>
            <a:srgbClr val="FFFF00">
              <a:alpha val="70000"/>
            </a:srgbClr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RRMS 1-9</a:t>
            </a:r>
            <a:endParaRPr lang="en-GB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B15C289-EE21-4F95-EB2A-126D399D8087}"/>
              </a:ext>
            </a:extLst>
          </p:cNvPr>
          <p:cNvSpPr txBox="1"/>
          <p:nvPr/>
        </p:nvSpPr>
        <p:spPr>
          <a:xfrm>
            <a:off x="1314450" y="2367756"/>
            <a:ext cx="800100" cy="36933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IDFS</a:t>
            </a:r>
            <a:endParaRPr lang="en-GB" dirty="0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1553CAD2-122F-E618-14B5-F34DCECE8A06}"/>
              </a:ext>
            </a:extLst>
          </p:cNvPr>
          <p:cNvCxnSpPr/>
          <p:nvPr/>
        </p:nvCxnSpPr>
        <p:spPr>
          <a:xfrm>
            <a:off x="2133600" y="2533650"/>
            <a:ext cx="1562100" cy="762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424B7333-A0ED-1AC7-410C-95C816D94267}"/>
              </a:ext>
            </a:extLst>
          </p:cNvPr>
          <p:cNvCxnSpPr/>
          <p:nvPr/>
        </p:nvCxnSpPr>
        <p:spPr>
          <a:xfrm>
            <a:off x="1752600" y="2737088"/>
            <a:ext cx="590550" cy="128246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5B7D382D-CBC4-CA17-0ED9-92AD865F1825}"/>
              </a:ext>
            </a:extLst>
          </p:cNvPr>
          <p:cNvSpPr txBox="1"/>
          <p:nvPr/>
        </p:nvSpPr>
        <p:spPr>
          <a:xfrm>
            <a:off x="990600" y="2268873"/>
            <a:ext cx="1143000" cy="369332"/>
          </a:xfrm>
          <a:prstGeom prst="rect">
            <a:avLst/>
          </a:prstGeom>
          <a:solidFill>
            <a:srgbClr val="FFFF00">
              <a:alpha val="70000"/>
            </a:srgbClr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EDSS 0</a:t>
            </a:r>
            <a:endParaRPr lang="en-GB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59D36CE-3E66-E080-F8FC-844A2449B690}"/>
              </a:ext>
            </a:extLst>
          </p:cNvPr>
          <p:cNvSpPr txBox="1"/>
          <p:nvPr/>
        </p:nvSpPr>
        <p:spPr>
          <a:xfrm>
            <a:off x="7255592" y="3709764"/>
            <a:ext cx="1323975" cy="369332"/>
          </a:xfrm>
          <a:prstGeom prst="rect">
            <a:avLst/>
          </a:prstGeom>
          <a:solidFill>
            <a:srgbClr val="FFFF00">
              <a:alpha val="70000"/>
            </a:srgbClr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SPMSS 1-9</a:t>
            </a:r>
            <a:endParaRPr lang="en-GB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4953CAE-F6E1-DF38-55FB-A60538C3299A}"/>
              </a:ext>
            </a:extLst>
          </p:cNvPr>
          <p:cNvSpPr txBox="1"/>
          <p:nvPr/>
        </p:nvSpPr>
        <p:spPr>
          <a:xfrm>
            <a:off x="3695700" y="2367756"/>
            <a:ext cx="1657351" cy="369332"/>
          </a:xfrm>
          <a:prstGeom prst="rect">
            <a:avLst/>
          </a:prstGeom>
          <a:solidFill>
            <a:srgbClr val="FFFF00">
              <a:alpha val="70000"/>
            </a:srgbClr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RRMS to SPMS</a:t>
            </a:r>
            <a:endParaRPr lang="en-GB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B3F3CA5-2AD6-FDEE-4892-3F1C94B6E538}"/>
              </a:ext>
            </a:extLst>
          </p:cNvPr>
          <p:cNvSpPr txBox="1"/>
          <p:nvPr/>
        </p:nvSpPr>
        <p:spPr>
          <a:xfrm>
            <a:off x="3867457" y="3739260"/>
            <a:ext cx="1657351" cy="369332"/>
          </a:xfrm>
          <a:prstGeom prst="rect">
            <a:avLst/>
          </a:prstGeom>
          <a:solidFill>
            <a:srgbClr val="F2F2F2">
              <a:alpha val="70000"/>
            </a:srgbClr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RRMS to SPMS</a:t>
            </a:r>
            <a:endParaRPr lang="en-GB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7512A1E-9697-E4F4-5834-948F7E7FD094}"/>
              </a:ext>
            </a:extLst>
          </p:cNvPr>
          <p:cNvSpPr txBox="1"/>
          <p:nvPr/>
        </p:nvSpPr>
        <p:spPr>
          <a:xfrm>
            <a:off x="5595463" y="2856968"/>
            <a:ext cx="1857389" cy="646331"/>
          </a:xfrm>
          <a:prstGeom prst="rect">
            <a:avLst/>
          </a:prstGeom>
          <a:solidFill>
            <a:srgbClr val="F2F2F2">
              <a:alpha val="69804"/>
            </a:srgbClr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conversion or </a:t>
            </a:r>
          </a:p>
          <a:p>
            <a:r>
              <a:rPr lang="en-US" dirty="0"/>
              <a:t>delete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073436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3F252E-6C81-A9C4-F40C-A2D8685E1B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54321"/>
            <a:ext cx="7820023" cy="917548"/>
          </a:xfrm>
        </p:spPr>
        <p:txBody>
          <a:bodyPr/>
          <a:lstStyle/>
          <a:p>
            <a:r>
              <a:rPr lang="en-US" dirty="0"/>
              <a:t>Initial events; </a:t>
            </a:r>
            <a:r>
              <a:rPr lang="en-US" dirty="0">
                <a:highlight>
                  <a:srgbClr val="FFFF00"/>
                </a:highlight>
              </a:rPr>
              <a:t>int</a:t>
            </a:r>
            <a:r>
              <a:rPr lang="en-US" dirty="0"/>
              <a:t> &amp; no int groups</a:t>
            </a:r>
            <a:endParaRPr lang="en-GB" dirty="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1B8CB253-27C9-6B0D-2311-EE8745B43695}"/>
              </a:ext>
            </a:extLst>
          </p:cNvPr>
          <p:cNvSpPr/>
          <p:nvPr/>
        </p:nvSpPr>
        <p:spPr>
          <a:xfrm>
            <a:off x="1450778" y="1918663"/>
            <a:ext cx="998458" cy="484554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edss0</a:t>
            </a:r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030DAAD8-0BAA-297E-CEFB-228E13616D17}"/>
              </a:ext>
            </a:extLst>
          </p:cNvPr>
          <p:cNvSpPr/>
          <p:nvPr/>
        </p:nvSpPr>
        <p:spPr>
          <a:xfrm>
            <a:off x="86895" y="1930397"/>
            <a:ext cx="911471" cy="484554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start</a:t>
            </a:r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4D2FDFB6-5684-EC24-45BD-2DB457D15F25}"/>
              </a:ext>
            </a:extLst>
          </p:cNvPr>
          <p:cNvSpPr/>
          <p:nvPr/>
        </p:nvSpPr>
        <p:spPr>
          <a:xfrm>
            <a:off x="8455742" y="3128105"/>
            <a:ext cx="1462556" cy="484554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ttot.sp</a:t>
            </a:r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26CEB137-CB4C-09FA-1F96-88CF3C580E57}"/>
              </a:ext>
            </a:extLst>
          </p:cNvPr>
          <p:cNvSpPr/>
          <p:nvPr/>
        </p:nvSpPr>
        <p:spPr>
          <a:xfrm>
            <a:off x="1310337" y="3027479"/>
            <a:ext cx="1387723" cy="484554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  <a:highlight>
                  <a:srgbClr val="FFFF00"/>
                </a:highlight>
              </a:rPr>
              <a:t>ttot.int</a:t>
            </a:r>
            <a:endParaRPr lang="en-GB" sz="1400" dirty="0">
              <a:solidFill>
                <a:schemeClr val="tx1"/>
              </a:solidFill>
              <a:highlight>
                <a:srgbClr val="FFFF00"/>
              </a:highlight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0E21018D-D7D1-18FF-4FB9-4FF2DCB1F74C}"/>
              </a:ext>
            </a:extLst>
          </p:cNvPr>
          <p:cNvSpPr/>
          <p:nvPr/>
        </p:nvSpPr>
        <p:spPr>
          <a:xfrm>
            <a:off x="8126330" y="2595083"/>
            <a:ext cx="1873076" cy="472488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progression.sp</a:t>
            </a:r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8DFF68EB-237E-0E19-034A-40DF31856E4C}"/>
              </a:ext>
            </a:extLst>
          </p:cNvPr>
          <p:cNvSpPr/>
          <p:nvPr/>
        </p:nvSpPr>
        <p:spPr>
          <a:xfrm>
            <a:off x="1345509" y="4946296"/>
            <a:ext cx="1509596" cy="484554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rr2sp</a:t>
            </a:r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28CE4711-A064-CC40-58BC-730006DB81A7}"/>
              </a:ext>
            </a:extLst>
          </p:cNvPr>
          <p:cNvSpPr/>
          <p:nvPr/>
        </p:nvSpPr>
        <p:spPr>
          <a:xfrm>
            <a:off x="3332282" y="1898961"/>
            <a:ext cx="1724760" cy="484554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start.sp</a:t>
            </a:r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24D4E0A7-4D41-8A57-7C73-402B6A17FD54}"/>
              </a:ext>
            </a:extLst>
          </p:cNvPr>
          <p:cNvSpPr/>
          <p:nvPr/>
        </p:nvSpPr>
        <p:spPr>
          <a:xfrm>
            <a:off x="1330570" y="2463792"/>
            <a:ext cx="1387723" cy="484554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strike="sngStrike" dirty="0" err="1">
                <a:solidFill>
                  <a:schemeClr val="tx1"/>
                </a:solidFill>
              </a:rPr>
              <a:t>ttot.early</a:t>
            </a:r>
            <a:endParaRPr lang="en-GB" sz="1400" strike="sngStrike" dirty="0">
              <a:solidFill>
                <a:schemeClr val="tx1"/>
              </a:solidFill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9D970576-D2D0-05DD-FF54-927FFAECA102}"/>
              </a:ext>
            </a:extLst>
          </p:cNvPr>
          <p:cNvSpPr/>
          <p:nvPr/>
        </p:nvSpPr>
        <p:spPr>
          <a:xfrm>
            <a:off x="10687902" y="3917315"/>
            <a:ext cx="1133436" cy="484554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death</a:t>
            </a:r>
            <a:endParaRPr lang="en-GB" sz="1400" dirty="0">
              <a:solidFill>
                <a:schemeClr val="bg1"/>
              </a:solidFill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4B29CA62-7FBC-3D41-46F0-1519768D3156}"/>
              </a:ext>
            </a:extLst>
          </p:cNvPr>
          <p:cNvSpPr/>
          <p:nvPr/>
        </p:nvSpPr>
        <p:spPr>
          <a:xfrm>
            <a:off x="3547453" y="4283232"/>
            <a:ext cx="2174636" cy="484554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start.rr</a:t>
            </a:r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76B194B6-A605-3484-92BC-80FAFA87587C}"/>
              </a:ext>
            </a:extLst>
          </p:cNvPr>
          <p:cNvSpPr/>
          <p:nvPr/>
        </p:nvSpPr>
        <p:spPr>
          <a:xfrm>
            <a:off x="1408107" y="3528657"/>
            <a:ext cx="1284332" cy="366483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strike="sngStrike" dirty="0" err="1">
                <a:solidFill>
                  <a:schemeClr val="tx1"/>
                </a:solidFill>
              </a:rPr>
              <a:t>Mort.trt</a:t>
            </a:r>
            <a:endParaRPr lang="en-GB" sz="1400" strike="sngStrike" dirty="0">
              <a:solidFill>
                <a:schemeClr val="tx1"/>
              </a:solidFill>
            </a:endParaRP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4BC2B9A3-C350-ACFD-2B7B-DC99D43A8E42}"/>
              </a:ext>
            </a:extLst>
          </p:cNvPr>
          <p:cNvSpPr/>
          <p:nvPr/>
        </p:nvSpPr>
        <p:spPr>
          <a:xfrm>
            <a:off x="8455742" y="1947982"/>
            <a:ext cx="1438424" cy="484554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strike="sngStrike" dirty="0" err="1">
                <a:solidFill>
                  <a:schemeClr val="tx1"/>
                </a:solidFill>
              </a:rPr>
              <a:t>OS.mbc</a:t>
            </a:r>
            <a:endParaRPr lang="en-GB" sz="1400" strike="sngStrike" dirty="0">
              <a:solidFill>
                <a:schemeClr val="tx1"/>
              </a:solidFill>
            </a:endParaRPr>
          </a:p>
        </p:txBody>
      </p:sp>
      <p:cxnSp>
        <p:nvCxnSpPr>
          <p:cNvPr id="21" name="Connector: Curved 20">
            <a:extLst>
              <a:ext uri="{FF2B5EF4-FFF2-40B4-BE49-F238E27FC236}">
                <a16:creationId xmlns:a16="http://schemas.microsoft.com/office/drawing/2014/main" id="{4F5A213F-25C9-2E67-AF94-7F77BA0FE5B7}"/>
              </a:ext>
            </a:extLst>
          </p:cNvPr>
          <p:cNvCxnSpPr>
            <a:cxnSpLocks/>
            <a:stCxn id="9" idx="2"/>
            <a:endCxn id="55" idx="3"/>
          </p:cNvCxnSpPr>
          <p:nvPr/>
        </p:nvCxnSpPr>
        <p:spPr>
          <a:xfrm rot="10800000" flipH="1" flipV="1">
            <a:off x="1345508" y="5188572"/>
            <a:ext cx="225027" cy="630273"/>
          </a:xfrm>
          <a:prstGeom prst="curvedConnector4">
            <a:avLst>
              <a:gd name="adj1" fmla="val -101588"/>
              <a:gd name="adj2" fmla="val 146051"/>
            </a:avLst>
          </a:prstGeom>
          <a:ln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Oval 28">
            <a:extLst>
              <a:ext uri="{FF2B5EF4-FFF2-40B4-BE49-F238E27FC236}">
                <a16:creationId xmlns:a16="http://schemas.microsoft.com/office/drawing/2014/main" id="{A8EB9E32-4A1A-8E4B-229D-130557DFF501}"/>
              </a:ext>
            </a:extLst>
          </p:cNvPr>
          <p:cNvSpPr/>
          <p:nvPr/>
        </p:nvSpPr>
        <p:spPr>
          <a:xfrm>
            <a:off x="6220177" y="2597865"/>
            <a:ext cx="886084" cy="484554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strike="sngStrike" dirty="0" err="1">
                <a:solidFill>
                  <a:schemeClr val="tx1"/>
                </a:solidFill>
              </a:rPr>
              <a:t>os.early</a:t>
            </a:r>
            <a:endParaRPr lang="en-GB" sz="1400" strike="sngStrike" dirty="0">
              <a:solidFill>
                <a:schemeClr val="tx1"/>
              </a:solidFill>
            </a:endParaRP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1FF57FA2-6CED-C01F-D18B-BE146A9DAEF1}"/>
              </a:ext>
            </a:extLst>
          </p:cNvPr>
          <p:cNvSpPr/>
          <p:nvPr/>
        </p:nvSpPr>
        <p:spPr>
          <a:xfrm>
            <a:off x="6999623" y="2586906"/>
            <a:ext cx="812518" cy="484554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nat.mort</a:t>
            </a:r>
            <a:endParaRPr lang="en-GB" sz="1400" dirty="0">
              <a:solidFill>
                <a:schemeClr val="tx1"/>
              </a:solidFill>
            </a:endParaRPr>
          </a:p>
        </p:txBody>
      </p:sp>
      <p:cxnSp>
        <p:nvCxnSpPr>
          <p:cNvPr id="34" name="Connector: Curved 33">
            <a:extLst>
              <a:ext uri="{FF2B5EF4-FFF2-40B4-BE49-F238E27FC236}">
                <a16:creationId xmlns:a16="http://schemas.microsoft.com/office/drawing/2014/main" id="{567C04D9-7660-9D00-09F8-6884B6BAAE7C}"/>
              </a:ext>
            </a:extLst>
          </p:cNvPr>
          <p:cNvCxnSpPr>
            <a:cxnSpLocks/>
            <a:stCxn id="9" idx="6"/>
            <a:endCxn id="10" idx="2"/>
          </p:cNvCxnSpPr>
          <p:nvPr/>
        </p:nvCxnSpPr>
        <p:spPr>
          <a:xfrm flipV="1">
            <a:off x="2855105" y="2141238"/>
            <a:ext cx="477177" cy="3047335"/>
          </a:xfrm>
          <a:prstGeom prst="curvedConnector3">
            <a:avLst>
              <a:gd name="adj1" fmla="val 50000"/>
            </a:avLst>
          </a:prstGeom>
          <a:ln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: Curved 42">
            <a:extLst>
              <a:ext uri="{FF2B5EF4-FFF2-40B4-BE49-F238E27FC236}">
                <a16:creationId xmlns:a16="http://schemas.microsoft.com/office/drawing/2014/main" id="{1D2FA19F-A36F-B3D9-A6DC-D1E6DD400A14}"/>
              </a:ext>
            </a:extLst>
          </p:cNvPr>
          <p:cNvCxnSpPr>
            <a:cxnSpLocks/>
            <a:stCxn id="30" idx="0"/>
            <a:endCxn id="15" idx="2"/>
          </p:cNvCxnSpPr>
          <p:nvPr/>
        </p:nvCxnSpPr>
        <p:spPr>
          <a:xfrm rot="5400000" flipH="1" flipV="1">
            <a:off x="7732489" y="1863653"/>
            <a:ext cx="396647" cy="1049860"/>
          </a:xfrm>
          <a:prstGeom prst="curvedConnector2">
            <a:avLst/>
          </a:prstGeom>
          <a:ln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: Curved 45">
            <a:extLst>
              <a:ext uri="{FF2B5EF4-FFF2-40B4-BE49-F238E27FC236}">
                <a16:creationId xmlns:a16="http://schemas.microsoft.com/office/drawing/2014/main" id="{F63EB951-03DB-B999-A954-DB461B761B49}"/>
              </a:ext>
            </a:extLst>
          </p:cNvPr>
          <p:cNvCxnSpPr>
            <a:cxnSpLocks/>
            <a:stCxn id="30" idx="4"/>
            <a:endCxn id="6" idx="2"/>
          </p:cNvCxnSpPr>
          <p:nvPr/>
        </p:nvCxnSpPr>
        <p:spPr>
          <a:xfrm rot="16200000" flipH="1">
            <a:off x="7781351" y="2695991"/>
            <a:ext cx="298922" cy="1049860"/>
          </a:xfrm>
          <a:prstGeom prst="curvedConnector2">
            <a:avLst/>
          </a:prstGeom>
          <a:ln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: Curved 48">
            <a:extLst>
              <a:ext uri="{FF2B5EF4-FFF2-40B4-BE49-F238E27FC236}">
                <a16:creationId xmlns:a16="http://schemas.microsoft.com/office/drawing/2014/main" id="{4F3EA327-B434-BA4F-24B2-CD7B6092804F}"/>
              </a:ext>
            </a:extLst>
          </p:cNvPr>
          <p:cNvCxnSpPr>
            <a:cxnSpLocks/>
            <a:stCxn id="30" idx="6"/>
            <a:endCxn id="8" idx="2"/>
          </p:cNvCxnSpPr>
          <p:nvPr/>
        </p:nvCxnSpPr>
        <p:spPr>
          <a:xfrm>
            <a:off x="7812141" y="2829183"/>
            <a:ext cx="314189" cy="2144"/>
          </a:xfrm>
          <a:prstGeom prst="curvedConnector3">
            <a:avLst>
              <a:gd name="adj1" fmla="val 50000"/>
            </a:avLst>
          </a:prstGeom>
          <a:ln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: Curved 51">
            <a:extLst>
              <a:ext uri="{FF2B5EF4-FFF2-40B4-BE49-F238E27FC236}">
                <a16:creationId xmlns:a16="http://schemas.microsoft.com/office/drawing/2014/main" id="{16AE9D6C-7939-886F-6C47-A78A6842F917}"/>
              </a:ext>
            </a:extLst>
          </p:cNvPr>
          <p:cNvCxnSpPr>
            <a:cxnSpLocks/>
            <a:stCxn id="9" idx="6"/>
            <a:endCxn id="13" idx="2"/>
          </p:cNvCxnSpPr>
          <p:nvPr/>
        </p:nvCxnSpPr>
        <p:spPr>
          <a:xfrm flipV="1">
            <a:off x="2855105" y="4525509"/>
            <a:ext cx="692348" cy="663064"/>
          </a:xfrm>
          <a:prstGeom prst="curvedConnector3">
            <a:avLst>
              <a:gd name="adj1" fmla="val 50000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Oval 54">
            <a:extLst>
              <a:ext uri="{FF2B5EF4-FFF2-40B4-BE49-F238E27FC236}">
                <a16:creationId xmlns:a16="http://schemas.microsoft.com/office/drawing/2014/main" id="{0A1F29D4-3FBC-147C-9DF2-AD5A32526F81}"/>
              </a:ext>
            </a:extLst>
          </p:cNvPr>
          <p:cNvSpPr/>
          <p:nvPr/>
        </p:nvSpPr>
        <p:spPr>
          <a:xfrm>
            <a:off x="1435873" y="5459529"/>
            <a:ext cx="919537" cy="420966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edss0</a:t>
            </a:r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64" name="Oval 63">
            <a:extLst>
              <a:ext uri="{FF2B5EF4-FFF2-40B4-BE49-F238E27FC236}">
                <a16:creationId xmlns:a16="http://schemas.microsoft.com/office/drawing/2014/main" id="{71782960-DA3F-C69F-2FA4-068E8826C0E2}"/>
              </a:ext>
            </a:extLst>
          </p:cNvPr>
          <p:cNvSpPr/>
          <p:nvPr/>
        </p:nvSpPr>
        <p:spPr>
          <a:xfrm>
            <a:off x="3599677" y="4820009"/>
            <a:ext cx="1696233" cy="484554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start.rr</a:t>
            </a:r>
            <a:endParaRPr lang="en-GB" sz="1400" dirty="0">
              <a:solidFill>
                <a:schemeClr val="tx1"/>
              </a:solidFill>
            </a:endParaRPr>
          </a:p>
        </p:txBody>
      </p:sp>
      <p:cxnSp>
        <p:nvCxnSpPr>
          <p:cNvPr id="66" name="Connector: Curved 65">
            <a:extLst>
              <a:ext uri="{FF2B5EF4-FFF2-40B4-BE49-F238E27FC236}">
                <a16:creationId xmlns:a16="http://schemas.microsoft.com/office/drawing/2014/main" id="{DD7F4828-0BF0-D200-CC21-BE3CBDAF6518}"/>
              </a:ext>
            </a:extLst>
          </p:cNvPr>
          <p:cNvCxnSpPr>
            <a:cxnSpLocks/>
            <a:stCxn id="64" idx="2"/>
            <a:endCxn id="67" idx="3"/>
          </p:cNvCxnSpPr>
          <p:nvPr/>
        </p:nvCxnSpPr>
        <p:spPr>
          <a:xfrm rot="10800000" flipH="1" flipV="1">
            <a:off x="3599676" y="5062285"/>
            <a:ext cx="205135" cy="673743"/>
          </a:xfrm>
          <a:prstGeom prst="curvedConnector4">
            <a:avLst>
              <a:gd name="adj1" fmla="val -111439"/>
              <a:gd name="adj2" fmla="val 122572"/>
            </a:avLst>
          </a:prstGeom>
          <a:ln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Oval 66">
            <a:extLst>
              <a:ext uri="{FF2B5EF4-FFF2-40B4-BE49-F238E27FC236}">
                <a16:creationId xmlns:a16="http://schemas.microsoft.com/office/drawing/2014/main" id="{BA5AA33B-6DE7-7DEB-20EC-E088A216FD45}"/>
              </a:ext>
            </a:extLst>
          </p:cNvPr>
          <p:cNvSpPr/>
          <p:nvPr/>
        </p:nvSpPr>
        <p:spPr>
          <a:xfrm>
            <a:off x="3661744" y="5322436"/>
            <a:ext cx="976931" cy="484554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edss0</a:t>
            </a:r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70" name="Oval 69">
            <a:extLst>
              <a:ext uri="{FF2B5EF4-FFF2-40B4-BE49-F238E27FC236}">
                <a16:creationId xmlns:a16="http://schemas.microsoft.com/office/drawing/2014/main" id="{83050D86-716D-D5A4-16A0-BFC5044213BC}"/>
              </a:ext>
            </a:extLst>
          </p:cNvPr>
          <p:cNvSpPr/>
          <p:nvPr/>
        </p:nvSpPr>
        <p:spPr>
          <a:xfrm>
            <a:off x="5054812" y="4848618"/>
            <a:ext cx="1039733" cy="405393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edss0</a:t>
            </a:r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9772642E-FABC-7D6B-ED16-5A4F1724BFA0}"/>
              </a:ext>
            </a:extLst>
          </p:cNvPr>
          <p:cNvSpPr/>
          <p:nvPr/>
        </p:nvSpPr>
        <p:spPr>
          <a:xfrm>
            <a:off x="3196488" y="1518897"/>
            <a:ext cx="6877769" cy="2154296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tx1"/>
                </a:solidFill>
              </a:rPr>
              <a:t>SPMS</a:t>
            </a:r>
          </a:p>
          <a:p>
            <a:pPr algn="ctr"/>
            <a:endParaRPr lang="en-US" sz="1400" dirty="0">
              <a:solidFill>
                <a:schemeClr val="tx1"/>
              </a:solidFill>
            </a:endParaRPr>
          </a:p>
          <a:p>
            <a:pPr algn="ctr"/>
            <a:endParaRPr lang="en-US" sz="1400" dirty="0">
              <a:solidFill>
                <a:schemeClr val="tx1"/>
              </a:solidFill>
            </a:endParaRPr>
          </a:p>
          <a:p>
            <a:pPr algn="ctr"/>
            <a:endParaRPr lang="en-US" sz="1400" dirty="0">
              <a:solidFill>
                <a:schemeClr val="tx1"/>
              </a:solidFill>
            </a:endParaRPr>
          </a:p>
          <a:p>
            <a:pPr algn="ctr"/>
            <a:endParaRPr lang="en-US" sz="1400" dirty="0">
              <a:solidFill>
                <a:schemeClr val="tx1"/>
              </a:solidFill>
            </a:endParaRPr>
          </a:p>
          <a:p>
            <a:pPr algn="ctr"/>
            <a:endParaRPr lang="en-US" sz="1400" dirty="0">
              <a:solidFill>
                <a:schemeClr val="tx1"/>
              </a:solidFill>
            </a:endParaRPr>
          </a:p>
          <a:p>
            <a:pPr algn="ctr"/>
            <a:endParaRPr lang="en-US" sz="1400" dirty="0">
              <a:solidFill>
                <a:schemeClr val="tx1"/>
              </a:solidFill>
            </a:endParaRPr>
          </a:p>
          <a:p>
            <a:pPr algn="ctr"/>
            <a:endParaRPr lang="en-US" sz="1400" dirty="0">
              <a:solidFill>
                <a:schemeClr val="tx1"/>
              </a:solidFill>
            </a:endParaRPr>
          </a:p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CC102977-663A-43F5-3720-991AD373EA4D}"/>
              </a:ext>
            </a:extLst>
          </p:cNvPr>
          <p:cNvSpPr/>
          <p:nvPr/>
        </p:nvSpPr>
        <p:spPr>
          <a:xfrm>
            <a:off x="3222869" y="3857790"/>
            <a:ext cx="6851385" cy="2288977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tx1"/>
                </a:solidFill>
              </a:rPr>
              <a:t>RRMS</a:t>
            </a:r>
          </a:p>
          <a:p>
            <a:pPr algn="ctr"/>
            <a:endParaRPr lang="en-US" sz="1400" dirty="0">
              <a:solidFill>
                <a:schemeClr val="tx1"/>
              </a:solidFill>
            </a:endParaRPr>
          </a:p>
          <a:p>
            <a:pPr algn="ctr"/>
            <a:endParaRPr lang="en-US" sz="1400" dirty="0">
              <a:solidFill>
                <a:schemeClr val="tx1"/>
              </a:solidFill>
            </a:endParaRPr>
          </a:p>
          <a:p>
            <a:pPr algn="ctr"/>
            <a:endParaRPr lang="en-US" sz="1400" dirty="0">
              <a:solidFill>
                <a:schemeClr val="tx1"/>
              </a:solidFill>
            </a:endParaRPr>
          </a:p>
          <a:p>
            <a:pPr algn="ctr"/>
            <a:endParaRPr lang="en-US" sz="1400" dirty="0">
              <a:solidFill>
                <a:schemeClr val="tx1"/>
              </a:solidFill>
            </a:endParaRPr>
          </a:p>
          <a:p>
            <a:pPr algn="ctr"/>
            <a:endParaRPr lang="en-US" sz="1400" dirty="0">
              <a:solidFill>
                <a:schemeClr val="tx1"/>
              </a:solidFill>
            </a:endParaRPr>
          </a:p>
          <a:p>
            <a:pPr algn="ctr"/>
            <a:endParaRPr lang="en-US" sz="1400" dirty="0">
              <a:solidFill>
                <a:schemeClr val="tx1"/>
              </a:solidFill>
            </a:endParaRPr>
          </a:p>
          <a:p>
            <a:pPr algn="ctr"/>
            <a:endParaRPr lang="en-US" sz="1400" dirty="0">
              <a:solidFill>
                <a:schemeClr val="tx1"/>
              </a:solidFill>
            </a:endParaRPr>
          </a:p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93" name="Oval 92">
            <a:extLst>
              <a:ext uri="{FF2B5EF4-FFF2-40B4-BE49-F238E27FC236}">
                <a16:creationId xmlns:a16="http://schemas.microsoft.com/office/drawing/2014/main" id="{09061259-4892-58FD-7C44-BB0162683096}"/>
              </a:ext>
            </a:extLst>
          </p:cNvPr>
          <p:cNvSpPr/>
          <p:nvPr/>
        </p:nvSpPr>
        <p:spPr>
          <a:xfrm>
            <a:off x="8472849" y="4279899"/>
            <a:ext cx="1339363" cy="484554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strike="sngStrike" dirty="0" err="1">
                <a:solidFill>
                  <a:schemeClr val="tx1"/>
                </a:solidFill>
              </a:rPr>
              <a:t>OS.mbc</a:t>
            </a:r>
            <a:endParaRPr lang="en-GB" sz="1400" strike="sngStrike" dirty="0">
              <a:solidFill>
                <a:schemeClr val="tx1"/>
              </a:solidFill>
            </a:endParaRPr>
          </a:p>
        </p:txBody>
      </p:sp>
      <p:sp>
        <p:nvSpPr>
          <p:cNvPr id="94" name="Oval 93">
            <a:extLst>
              <a:ext uri="{FF2B5EF4-FFF2-40B4-BE49-F238E27FC236}">
                <a16:creationId xmlns:a16="http://schemas.microsoft.com/office/drawing/2014/main" id="{BA219372-F1A6-5F10-9CCD-16FFBC4922F3}"/>
              </a:ext>
            </a:extLst>
          </p:cNvPr>
          <p:cNvSpPr/>
          <p:nvPr/>
        </p:nvSpPr>
        <p:spPr>
          <a:xfrm>
            <a:off x="4447793" y="5322436"/>
            <a:ext cx="1485005" cy="484554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strike="sngStrike" dirty="0" err="1">
                <a:solidFill>
                  <a:schemeClr val="tx1"/>
                </a:solidFill>
              </a:rPr>
              <a:t>ttot.early</a:t>
            </a:r>
            <a:endParaRPr lang="en-GB" sz="1400" strike="sngStrike" dirty="0">
              <a:solidFill>
                <a:schemeClr val="tx1"/>
              </a:solidFill>
            </a:endParaRPr>
          </a:p>
        </p:txBody>
      </p:sp>
      <p:sp>
        <p:nvSpPr>
          <p:cNvPr id="95" name="Oval 94">
            <a:extLst>
              <a:ext uri="{FF2B5EF4-FFF2-40B4-BE49-F238E27FC236}">
                <a16:creationId xmlns:a16="http://schemas.microsoft.com/office/drawing/2014/main" id="{07482326-060A-50BB-8FA6-B53F58C3A61A}"/>
              </a:ext>
            </a:extLst>
          </p:cNvPr>
          <p:cNvSpPr/>
          <p:nvPr/>
        </p:nvSpPr>
        <p:spPr>
          <a:xfrm>
            <a:off x="8282289" y="4856679"/>
            <a:ext cx="1791969" cy="484554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progression.rr</a:t>
            </a:r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96" name="Oval 95">
            <a:extLst>
              <a:ext uri="{FF2B5EF4-FFF2-40B4-BE49-F238E27FC236}">
                <a16:creationId xmlns:a16="http://schemas.microsoft.com/office/drawing/2014/main" id="{B014BD31-EB64-B5D8-A4FE-BDC6F123A120}"/>
              </a:ext>
            </a:extLst>
          </p:cNvPr>
          <p:cNvSpPr/>
          <p:nvPr/>
        </p:nvSpPr>
        <p:spPr>
          <a:xfrm>
            <a:off x="8726628" y="5530506"/>
            <a:ext cx="889631" cy="484554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ttot.rr</a:t>
            </a:r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97" name="Oval 96">
            <a:extLst>
              <a:ext uri="{FF2B5EF4-FFF2-40B4-BE49-F238E27FC236}">
                <a16:creationId xmlns:a16="http://schemas.microsoft.com/office/drawing/2014/main" id="{91D2F49B-AD12-7857-DFA4-5FC732CBBCCD}"/>
              </a:ext>
            </a:extLst>
          </p:cNvPr>
          <p:cNvSpPr/>
          <p:nvPr/>
        </p:nvSpPr>
        <p:spPr>
          <a:xfrm>
            <a:off x="10497114" y="3192405"/>
            <a:ext cx="905609" cy="484554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strike="sngStrike" dirty="0" err="1">
                <a:solidFill>
                  <a:schemeClr val="tx1"/>
                </a:solidFill>
              </a:rPr>
              <a:t>OS.mbc</a:t>
            </a:r>
            <a:endParaRPr lang="en-GB" sz="1400" strike="sngStrike" dirty="0">
              <a:solidFill>
                <a:schemeClr val="tx1"/>
              </a:solidFill>
            </a:endParaRPr>
          </a:p>
        </p:txBody>
      </p:sp>
      <p:sp>
        <p:nvSpPr>
          <p:cNvPr id="98" name="Oval 97">
            <a:extLst>
              <a:ext uri="{FF2B5EF4-FFF2-40B4-BE49-F238E27FC236}">
                <a16:creationId xmlns:a16="http://schemas.microsoft.com/office/drawing/2014/main" id="{D2112913-E525-BC02-4F49-668BEDF23418}"/>
              </a:ext>
            </a:extLst>
          </p:cNvPr>
          <p:cNvSpPr/>
          <p:nvPr/>
        </p:nvSpPr>
        <p:spPr>
          <a:xfrm>
            <a:off x="10915729" y="2829183"/>
            <a:ext cx="905609" cy="484554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strike="sngStrike" dirty="0" err="1">
                <a:solidFill>
                  <a:schemeClr val="tx1"/>
                </a:solidFill>
              </a:rPr>
              <a:t>os.early</a:t>
            </a:r>
            <a:endParaRPr lang="en-GB" sz="1400" strike="sngStrike" dirty="0">
              <a:solidFill>
                <a:schemeClr val="tx1"/>
              </a:solidFill>
            </a:endParaRPr>
          </a:p>
        </p:txBody>
      </p:sp>
      <p:sp>
        <p:nvSpPr>
          <p:cNvPr id="99" name="Oval 98">
            <a:extLst>
              <a:ext uri="{FF2B5EF4-FFF2-40B4-BE49-F238E27FC236}">
                <a16:creationId xmlns:a16="http://schemas.microsoft.com/office/drawing/2014/main" id="{18A88760-BD47-735B-BBA1-FA4F4FAF6B36}"/>
              </a:ext>
            </a:extLst>
          </p:cNvPr>
          <p:cNvSpPr/>
          <p:nvPr/>
        </p:nvSpPr>
        <p:spPr>
          <a:xfrm>
            <a:off x="11163062" y="3303954"/>
            <a:ext cx="812561" cy="484554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nat.mort</a:t>
            </a:r>
            <a:endParaRPr lang="en-GB" sz="1400" dirty="0">
              <a:solidFill>
                <a:schemeClr val="tx1"/>
              </a:solidFill>
            </a:endParaRPr>
          </a:p>
        </p:txBody>
      </p:sp>
      <p:cxnSp>
        <p:nvCxnSpPr>
          <p:cNvPr id="100" name="Connector: Curved 99">
            <a:extLst>
              <a:ext uri="{FF2B5EF4-FFF2-40B4-BE49-F238E27FC236}">
                <a16:creationId xmlns:a16="http://schemas.microsoft.com/office/drawing/2014/main" id="{1BF6BDBC-32E7-B19E-C08C-FE7B58F3E651}"/>
              </a:ext>
            </a:extLst>
          </p:cNvPr>
          <p:cNvCxnSpPr>
            <a:cxnSpLocks/>
            <a:stCxn id="97" idx="2"/>
            <a:endCxn id="12" idx="2"/>
          </p:cNvCxnSpPr>
          <p:nvPr/>
        </p:nvCxnSpPr>
        <p:spPr>
          <a:xfrm rot="10800000" flipH="1" flipV="1">
            <a:off x="10497114" y="3434682"/>
            <a:ext cx="190788" cy="724910"/>
          </a:xfrm>
          <a:prstGeom prst="curvedConnector3">
            <a:avLst>
              <a:gd name="adj1" fmla="val -119819"/>
            </a:avLst>
          </a:prstGeom>
          <a:ln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82" name="Group 81">
            <a:extLst>
              <a:ext uri="{FF2B5EF4-FFF2-40B4-BE49-F238E27FC236}">
                <a16:creationId xmlns:a16="http://schemas.microsoft.com/office/drawing/2014/main" id="{8B881EE9-8CEE-733C-C3AB-727871701061}"/>
              </a:ext>
            </a:extLst>
          </p:cNvPr>
          <p:cNvGrpSpPr/>
          <p:nvPr/>
        </p:nvGrpSpPr>
        <p:grpSpPr>
          <a:xfrm>
            <a:off x="0" y="6589551"/>
            <a:ext cx="12192000" cy="307777"/>
            <a:chOff x="0" y="6589551"/>
            <a:chExt cx="12192000" cy="307777"/>
          </a:xfrm>
        </p:grpSpPr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0416FFA4-249C-251F-3F21-A55E84A49C5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0" y="6622835"/>
              <a:ext cx="12192000" cy="6565"/>
            </a:xfrm>
            <a:prstGeom prst="straightConnector1">
              <a:avLst/>
            </a:prstGeom>
            <a:ln w="79375"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9" name="TextBox 108">
              <a:extLst>
                <a:ext uri="{FF2B5EF4-FFF2-40B4-BE49-F238E27FC236}">
                  <a16:creationId xmlns:a16="http://schemas.microsoft.com/office/drawing/2014/main" id="{D6F32C09-39C1-4A5E-BED4-A6E33D192DD6}"/>
                </a:ext>
              </a:extLst>
            </p:cNvPr>
            <p:cNvSpPr txBox="1"/>
            <p:nvPr/>
          </p:nvSpPr>
          <p:spPr>
            <a:xfrm>
              <a:off x="10592508" y="6589551"/>
              <a:ext cx="146184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dirty="0"/>
                <a:t>Clock forward</a:t>
              </a:r>
              <a:endParaRPr lang="en-GB" sz="1400" b="1" dirty="0"/>
            </a:p>
          </p:txBody>
        </p:sp>
      </p:grpSp>
      <p:sp>
        <p:nvSpPr>
          <p:cNvPr id="3" name="Oval 2">
            <a:extLst>
              <a:ext uri="{FF2B5EF4-FFF2-40B4-BE49-F238E27FC236}">
                <a16:creationId xmlns:a16="http://schemas.microsoft.com/office/drawing/2014/main" id="{3A91F938-4392-2710-A497-95460FF664C9}"/>
              </a:ext>
            </a:extLst>
          </p:cNvPr>
          <p:cNvSpPr/>
          <p:nvPr/>
        </p:nvSpPr>
        <p:spPr>
          <a:xfrm>
            <a:off x="10332793" y="302259"/>
            <a:ext cx="1571626" cy="484554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Change time</a:t>
            </a:r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68AF0F43-88A5-2067-1C4B-4E3C7E332896}"/>
              </a:ext>
            </a:extLst>
          </p:cNvPr>
          <p:cNvSpPr/>
          <p:nvPr/>
        </p:nvSpPr>
        <p:spPr>
          <a:xfrm>
            <a:off x="7523741" y="303663"/>
            <a:ext cx="1528935" cy="484554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initial event</a:t>
            </a:r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42C7B445-8404-5EC9-8D3D-9C75CB749779}"/>
              </a:ext>
            </a:extLst>
          </p:cNvPr>
          <p:cNvSpPr/>
          <p:nvPr/>
        </p:nvSpPr>
        <p:spPr>
          <a:xfrm>
            <a:off x="8815751" y="302259"/>
            <a:ext cx="1778677" cy="484554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Evaluate time</a:t>
            </a:r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5E7C87A0-B76F-2FEC-63D8-CAD172285192}"/>
              </a:ext>
            </a:extLst>
          </p:cNvPr>
          <p:cNvSpPr/>
          <p:nvPr/>
        </p:nvSpPr>
        <p:spPr>
          <a:xfrm>
            <a:off x="1203738" y="4447271"/>
            <a:ext cx="812561" cy="484554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nat.mort</a:t>
            </a:r>
            <a:endParaRPr lang="en-GB" sz="1400" dirty="0">
              <a:solidFill>
                <a:schemeClr val="tx1"/>
              </a:solidFill>
            </a:endParaRPr>
          </a:p>
        </p:txBody>
      </p:sp>
      <p:cxnSp>
        <p:nvCxnSpPr>
          <p:cNvPr id="32" name="Connector: Curved 31">
            <a:extLst>
              <a:ext uri="{FF2B5EF4-FFF2-40B4-BE49-F238E27FC236}">
                <a16:creationId xmlns:a16="http://schemas.microsoft.com/office/drawing/2014/main" id="{B516C82F-7C51-075E-1165-61C83C121B22}"/>
              </a:ext>
            </a:extLst>
          </p:cNvPr>
          <p:cNvCxnSpPr>
            <a:cxnSpLocks/>
            <a:stCxn id="26" idx="2"/>
            <a:endCxn id="9" idx="2"/>
          </p:cNvCxnSpPr>
          <p:nvPr/>
        </p:nvCxnSpPr>
        <p:spPr>
          <a:xfrm rot="10800000" flipH="1" flipV="1">
            <a:off x="1203737" y="4689547"/>
            <a:ext cx="141771" cy="499025"/>
          </a:xfrm>
          <a:prstGeom prst="curvedConnector3">
            <a:avLst>
              <a:gd name="adj1" fmla="val -161246"/>
            </a:avLst>
          </a:prstGeom>
          <a:ln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val 17">
            <a:extLst>
              <a:ext uri="{FF2B5EF4-FFF2-40B4-BE49-F238E27FC236}">
                <a16:creationId xmlns:a16="http://schemas.microsoft.com/office/drawing/2014/main" id="{1C46B5CF-4D1C-8669-8DF1-DE98B53F9492}"/>
              </a:ext>
            </a:extLst>
          </p:cNvPr>
          <p:cNvSpPr/>
          <p:nvPr/>
        </p:nvSpPr>
        <p:spPr>
          <a:xfrm>
            <a:off x="8107464" y="792066"/>
            <a:ext cx="2225329" cy="484554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Intermediate/ not event</a:t>
            </a:r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6B1A0FCA-94A2-20B4-C685-7AFB32DC31E5}"/>
              </a:ext>
            </a:extLst>
          </p:cNvPr>
          <p:cNvSpPr/>
          <p:nvPr/>
        </p:nvSpPr>
        <p:spPr>
          <a:xfrm>
            <a:off x="10364839" y="800075"/>
            <a:ext cx="1496111" cy="484554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Final event</a:t>
            </a:r>
            <a:endParaRPr lang="en-GB" sz="1400" dirty="0">
              <a:solidFill>
                <a:schemeClr val="bg1"/>
              </a:solidFill>
            </a:endParaRP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38786EC7-CBB9-C4CE-272D-FF142A6D02DB}"/>
              </a:ext>
            </a:extLst>
          </p:cNvPr>
          <p:cNvSpPr/>
          <p:nvPr/>
        </p:nvSpPr>
        <p:spPr>
          <a:xfrm>
            <a:off x="6439447" y="4835743"/>
            <a:ext cx="886084" cy="484554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strike="sngStrike" dirty="0" err="1">
                <a:solidFill>
                  <a:schemeClr val="tx1"/>
                </a:solidFill>
              </a:rPr>
              <a:t>os.early</a:t>
            </a:r>
            <a:endParaRPr lang="en-GB" sz="1400" strike="sngStrike" dirty="0">
              <a:solidFill>
                <a:schemeClr val="tx1"/>
              </a:solidFill>
            </a:endParaRP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812C40DD-6217-D42C-FF3E-1432FEDCCE87}"/>
              </a:ext>
            </a:extLst>
          </p:cNvPr>
          <p:cNvSpPr/>
          <p:nvPr/>
        </p:nvSpPr>
        <p:spPr>
          <a:xfrm>
            <a:off x="7152029" y="4853245"/>
            <a:ext cx="812518" cy="484554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nat.mort</a:t>
            </a:r>
            <a:endParaRPr lang="en-GB" sz="1400" dirty="0">
              <a:solidFill>
                <a:schemeClr val="tx1"/>
              </a:solidFill>
            </a:endParaRPr>
          </a:p>
        </p:txBody>
      </p:sp>
      <p:cxnSp>
        <p:nvCxnSpPr>
          <p:cNvPr id="25" name="Connector: Curved 24">
            <a:extLst>
              <a:ext uri="{FF2B5EF4-FFF2-40B4-BE49-F238E27FC236}">
                <a16:creationId xmlns:a16="http://schemas.microsoft.com/office/drawing/2014/main" id="{78FC2BEF-6E2C-C777-DBA1-61C19D03A872}"/>
              </a:ext>
            </a:extLst>
          </p:cNvPr>
          <p:cNvCxnSpPr>
            <a:cxnSpLocks/>
            <a:stCxn id="24" idx="0"/>
            <a:endCxn id="93" idx="2"/>
          </p:cNvCxnSpPr>
          <p:nvPr/>
        </p:nvCxnSpPr>
        <p:spPr>
          <a:xfrm rot="5400000" flipH="1" flipV="1">
            <a:off x="7850034" y="4230431"/>
            <a:ext cx="331069" cy="914561"/>
          </a:xfrm>
          <a:prstGeom prst="curvedConnector2">
            <a:avLst/>
          </a:prstGeom>
          <a:ln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: Curved 26">
            <a:extLst>
              <a:ext uri="{FF2B5EF4-FFF2-40B4-BE49-F238E27FC236}">
                <a16:creationId xmlns:a16="http://schemas.microsoft.com/office/drawing/2014/main" id="{E9442490-D234-21E4-5237-D45BB2128554}"/>
              </a:ext>
            </a:extLst>
          </p:cNvPr>
          <p:cNvCxnSpPr>
            <a:cxnSpLocks/>
            <a:stCxn id="24" idx="4"/>
            <a:endCxn id="96" idx="2"/>
          </p:cNvCxnSpPr>
          <p:nvPr/>
        </p:nvCxnSpPr>
        <p:spPr>
          <a:xfrm rot="16200000" flipH="1">
            <a:off x="7924966" y="4971121"/>
            <a:ext cx="434984" cy="1168340"/>
          </a:xfrm>
          <a:prstGeom prst="curvedConnector2">
            <a:avLst/>
          </a:prstGeom>
          <a:ln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: Curved 30">
            <a:extLst>
              <a:ext uri="{FF2B5EF4-FFF2-40B4-BE49-F238E27FC236}">
                <a16:creationId xmlns:a16="http://schemas.microsoft.com/office/drawing/2014/main" id="{ED55D91F-D173-FE64-06D1-B9C8C9B30D8E}"/>
              </a:ext>
            </a:extLst>
          </p:cNvPr>
          <p:cNvCxnSpPr>
            <a:cxnSpLocks/>
            <a:stCxn id="24" idx="6"/>
            <a:endCxn id="95" idx="2"/>
          </p:cNvCxnSpPr>
          <p:nvPr/>
        </p:nvCxnSpPr>
        <p:spPr>
          <a:xfrm>
            <a:off x="7964547" y="5095522"/>
            <a:ext cx="317742" cy="3434"/>
          </a:xfrm>
          <a:prstGeom prst="curvedConnector3">
            <a:avLst>
              <a:gd name="adj1" fmla="val 50000"/>
            </a:avLst>
          </a:prstGeom>
          <a:ln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Oval 64">
            <a:extLst>
              <a:ext uri="{FF2B5EF4-FFF2-40B4-BE49-F238E27FC236}">
                <a16:creationId xmlns:a16="http://schemas.microsoft.com/office/drawing/2014/main" id="{4839B0C8-68A1-3E9D-C59A-13DD82139209}"/>
              </a:ext>
            </a:extLst>
          </p:cNvPr>
          <p:cNvSpPr/>
          <p:nvPr/>
        </p:nvSpPr>
        <p:spPr>
          <a:xfrm>
            <a:off x="3486605" y="2435682"/>
            <a:ext cx="1696233" cy="484554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start.sp</a:t>
            </a:r>
            <a:endParaRPr lang="en-GB" sz="1400" dirty="0">
              <a:solidFill>
                <a:schemeClr val="tx1"/>
              </a:solidFill>
            </a:endParaRPr>
          </a:p>
        </p:txBody>
      </p:sp>
      <p:cxnSp>
        <p:nvCxnSpPr>
          <p:cNvPr id="68" name="Connector: Curved 67">
            <a:extLst>
              <a:ext uri="{FF2B5EF4-FFF2-40B4-BE49-F238E27FC236}">
                <a16:creationId xmlns:a16="http://schemas.microsoft.com/office/drawing/2014/main" id="{E744E6B0-1F58-18D7-0996-83C350F802EA}"/>
              </a:ext>
            </a:extLst>
          </p:cNvPr>
          <p:cNvCxnSpPr>
            <a:cxnSpLocks/>
            <a:stCxn id="65" idx="2"/>
            <a:endCxn id="69" idx="3"/>
          </p:cNvCxnSpPr>
          <p:nvPr/>
        </p:nvCxnSpPr>
        <p:spPr>
          <a:xfrm rot="10800000" flipH="1" flipV="1">
            <a:off x="3486604" y="2677958"/>
            <a:ext cx="205135" cy="673743"/>
          </a:xfrm>
          <a:prstGeom prst="curvedConnector4">
            <a:avLst>
              <a:gd name="adj1" fmla="val -111439"/>
              <a:gd name="adj2" fmla="val 121113"/>
            </a:avLst>
          </a:prstGeom>
          <a:ln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Oval 68">
            <a:extLst>
              <a:ext uri="{FF2B5EF4-FFF2-40B4-BE49-F238E27FC236}">
                <a16:creationId xmlns:a16="http://schemas.microsoft.com/office/drawing/2014/main" id="{A8398930-0152-EF65-A41D-498B4A96425B}"/>
              </a:ext>
            </a:extLst>
          </p:cNvPr>
          <p:cNvSpPr/>
          <p:nvPr/>
        </p:nvSpPr>
        <p:spPr>
          <a:xfrm>
            <a:off x="3548672" y="2938109"/>
            <a:ext cx="976931" cy="484554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edss0</a:t>
            </a:r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71" name="Oval 70">
            <a:extLst>
              <a:ext uri="{FF2B5EF4-FFF2-40B4-BE49-F238E27FC236}">
                <a16:creationId xmlns:a16="http://schemas.microsoft.com/office/drawing/2014/main" id="{F44EDDB0-A4E9-2CF8-42AA-B47ABEEA39E9}"/>
              </a:ext>
            </a:extLst>
          </p:cNvPr>
          <p:cNvSpPr/>
          <p:nvPr/>
        </p:nvSpPr>
        <p:spPr>
          <a:xfrm>
            <a:off x="4941740" y="2464291"/>
            <a:ext cx="1039733" cy="405393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edss0</a:t>
            </a:r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73" name="Oval 72">
            <a:extLst>
              <a:ext uri="{FF2B5EF4-FFF2-40B4-BE49-F238E27FC236}">
                <a16:creationId xmlns:a16="http://schemas.microsoft.com/office/drawing/2014/main" id="{065BEDC9-DAC2-95D6-5D42-C51A6BC33505}"/>
              </a:ext>
            </a:extLst>
          </p:cNvPr>
          <p:cNvSpPr/>
          <p:nvPr/>
        </p:nvSpPr>
        <p:spPr>
          <a:xfrm>
            <a:off x="4334721" y="2938109"/>
            <a:ext cx="1485005" cy="484554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strike="sngStrike" dirty="0" err="1">
                <a:solidFill>
                  <a:schemeClr val="tx1"/>
                </a:solidFill>
              </a:rPr>
              <a:t>ttot.early</a:t>
            </a:r>
            <a:endParaRPr lang="en-GB" sz="1400" strike="sngStrike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272863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AAB6A1-54D1-739A-4471-FBB9EA1F09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146" y="-22552"/>
            <a:ext cx="7663953" cy="1019368"/>
          </a:xfrm>
        </p:spPr>
        <p:txBody>
          <a:bodyPr/>
          <a:lstStyle/>
          <a:p>
            <a:r>
              <a:rPr lang="en-US" dirty="0"/>
              <a:t>event reactions &amp; logical flags </a:t>
            </a:r>
            <a:endParaRPr lang="en-GB" dirty="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BFFCC51E-1AD5-4313-BE3F-541D24AFDE76}"/>
              </a:ext>
            </a:extLst>
          </p:cNvPr>
          <p:cNvSpPr/>
          <p:nvPr/>
        </p:nvSpPr>
        <p:spPr>
          <a:xfrm>
            <a:off x="217482" y="2971116"/>
            <a:ext cx="1337014" cy="335092"/>
          </a:xfrm>
          <a:custGeom>
            <a:avLst/>
            <a:gdLst>
              <a:gd name="connsiteX0" fmla="*/ 0 w 1337014"/>
              <a:gd name="connsiteY0" fmla="*/ 167546 h 335092"/>
              <a:gd name="connsiteX1" fmla="*/ 668507 w 1337014"/>
              <a:gd name="connsiteY1" fmla="*/ 0 h 335092"/>
              <a:gd name="connsiteX2" fmla="*/ 1337014 w 1337014"/>
              <a:gd name="connsiteY2" fmla="*/ 167546 h 335092"/>
              <a:gd name="connsiteX3" fmla="*/ 668507 w 1337014"/>
              <a:gd name="connsiteY3" fmla="*/ 335092 h 335092"/>
              <a:gd name="connsiteX4" fmla="*/ 0 w 1337014"/>
              <a:gd name="connsiteY4" fmla="*/ 167546 h 3350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37014" h="335092" fill="none" extrusionOk="0">
                <a:moveTo>
                  <a:pt x="0" y="167546"/>
                </a:moveTo>
                <a:cubicBezTo>
                  <a:pt x="40696" y="79841"/>
                  <a:pt x="320268" y="-43150"/>
                  <a:pt x="668507" y="0"/>
                </a:cubicBezTo>
                <a:cubicBezTo>
                  <a:pt x="1019446" y="-2797"/>
                  <a:pt x="1328558" y="82974"/>
                  <a:pt x="1337014" y="167546"/>
                </a:cubicBezTo>
                <a:cubicBezTo>
                  <a:pt x="1335105" y="241876"/>
                  <a:pt x="1018105" y="362341"/>
                  <a:pt x="668507" y="335092"/>
                </a:cubicBezTo>
                <a:cubicBezTo>
                  <a:pt x="314031" y="343338"/>
                  <a:pt x="1864" y="260527"/>
                  <a:pt x="0" y="167546"/>
                </a:cubicBezTo>
                <a:close/>
              </a:path>
              <a:path w="1337014" h="335092" stroke="0" extrusionOk="0">
                <a:moveTo>
                  <a:pt x="0" y="167546"/>
                </a:moveTo>
                <a:cubicBezTo>
                  <a:pt x="-4337" y="72338"/>
                  <a:pt x="273141" y="9818"/>
                  <a:pt x="668507" y="0"/>
                </a:cubicBezTo>
                <a:cubicBezTo>
                  <a:pt x="1051630" y="2930"/>
                  <a:pt x="1320702" y="75532"/>
                  <a:pt x="1337014" y="167546"/>
                </a:cubicBezTo>
                <a:cubicBezTo>
                  <a:pt x="1314635" y="281934"/>
                  <a:pt x="1028093" y="388263"/>
                  <a:pt x="668507" y="335092"/>
                </a:cubicBezTo>
                <a:cubicBezTo>
                  <a:pt x="297371" y="334036"/>
                  <a:pt x="10539" y="265115"/>
                  <a:pt x="0" y="167546"/>
                </a:cubicBezTo>
                <a:close/>
              </a:path>
            </a:pathLst>
          </a:cu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75000"/>
              </a:schemeClr>
            </a:solidFill>
            <a:prstDash val="dashDot"/>
            <a:extLst>
              <a:ext uri="{C807C97D-BFC1-408E-A445-0C87EB9F89A2}">
                <ask:lineSketchStyleProps xmlns:ask="http://schemas.microsoft.com/office/drawing/2018/sketchyshapes" sd="1219033472">
                  <a:prstGeom prst="ellipse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edss0.ontx</a:t>
            </a:r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0A002C74-C613-988E-376D-19585D129EF1}"/>
              </a:ext>
            </a:extLst>
          </p:cNvPr>
          <p:cNvSpPr/>
          <p:nvPr/>
        </p:nvSpPr>
        <p:spPr>
          <a:xfrm>
            <a:off x="429571" y="2598649"/>
            <a:ext cx="856096" cy="188547"/>
          </a:xfrm>
          <a:custGeom>
            <a:avLst/>
            <a:gdLst>
              <a:gd name="connsiteX0" fmla="*/ 0 w 856096"/>
              <a:gd name="connsiteY0" fmla="*/ 94274 h 188547"/>
              <a:gd name="connsiteX1" fmla="*/ 428048 w 856096"/>
              <a:gd name="connsiteY1" fmla="*/ 0 h 188547"/>
              <a:gd name="connsiteX2" fmla="*/ 856096 w 856096"/>
              <a:gd name="connsiteY2" fmla="*/ 94274 h 188547"/>
              <a:gd name="connsiteX3" fmla="*/ 428048 w 856096"/>
              <a:gd name="connsiteY3" fmla="*/ 188548 h 188547"/>
              <a:gd name="connsiteX4" fmla="*/ 0 w 856096"/>
              <a:gd name="connsiteY4" fmla="*/ 94274 h 1885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56096" h="188547" fill="none" extrusionOk="0">
                <a:moveTo>
                  <a:pt x="0" y="94274"/>
                </a:moveTo>
                <a:cubicBezTo>
                  <a:pt x="3099" y="39262"/>
                  <a:pt x="212986" y="1408"/>
                  <a:pt x="428048" y="0"/>
                </a:cubicBezTo>
                <a:cubicBezTo>
                  <a:pt x="668691" y="7245"/>
                  <a:pt x="848618" y="42047"/>
                  <a:pt x="856096" y="94274"/>
                </a:cubicBezTo>
                <a:cubicBezTo>
                  <a:pt x="877107" y="149387"/>
                  <a:pt x="629425" y="172563"/>
                  <a:pt x="428048" y="188548"/>
                </a:cubicBezTo>
                <a:cubicBezTo>
                  <a:pt x="187944" y="189652"/>
                  <a:pt x="3346" y="141803"/>
                  <a:pt x="0" y="94274"/>
                </a:cubicBezTo>
                <a:close/>
              </a:path>
              <a:path w="856096" h="188547" stroke="0" extrusionOk="0">
                <a:moveTo>
                  <a:pt x="0" y="94274"/>
                </a:moveTo>
                <a:cubicBezTo>
                  <a:pt x="-18950" y="75454"/>
                  <a:pt x="171063" y="-8499"/>
                  <a:pt x="428048" y="0"/>
                </a:cubicBezTo>
                <a:cubicBezTo>
                  <a:pt x="668727" y="-631"/>
                  <a:pt x="852667" y="48453"/>
                  <a:pt x="856096" y="94274"/>
                </a:cubicBezTo>
                <a:cubicBezTo>
                  <a:pt x="837991" y="152391"/>
                  <a:pt x="646199" y="210132"/>
                  <a:pt x="428048" y="188548"/>
                </a:cubicBezTo>
                <a:cubicBezTo>
                  <a:pt x="200230" y="182991"/>
                  <a:pt x="-9385" y="148493"/>
                  <a:pt x="0" y="94274"/>
                </a:cubicBezTo>
                <a:close/>
              </a:path>
            </a:pathLst>
          </a:cu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75000"/>
              </a:schemeClr>
            </a:solidFill>
            <a:prstDash val="dashDot"/>
            <a:extLst>
              <a:ext uri="{C807C97D-BFC1-408E-A445-0C87EB9F89A2}">
                <ask:lineSketchStyleProps xmlns:ask="http://schemas.microsoft.com/office/drawing/2018/sketchyshapes" sd="981765707">
                  <a:prstGeom prst="ellipse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edss0</a:t>
            </a:r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A9539292-341B-AAAA-BA17-8A8767EBDA0E}"/>
              </a:ext>
            </a:extLst>
          </p:cNvPr>
          <p:cNvSpPr/>
          <p:nvPr/>
        </p:nvSpPr>
        <p:spPr>
          <a:xfrm>
            <a:off x="372448" y="3350686"/>
            <a:ext cx="821530" cy="335091"/>
          </a:xfrm>
          <a:custGeom>
            <a:avLst/>
            <a:gdLst>
              <a:gd name="connsiteX0" fmla="*/ 0 w 821530"/>
              <a:gd name="connsiteY0" fmla="*/ 167546 h 335091"/>
              <a:gd name="connsiteX1" fmla="*/ 410765 w 821530"/>
              <a:gd name="connsiteY1" fmla="*/ 0 h 335091"/>
              <a:gd name="connsiteX2" fmla="*/ 821530 w 821530"/>
              <a:gd name="connsiteY2" fmla="*/ 167546 h 335091"/>
              <a:gd name="connsiteX3" fmla="*/ 410765 w 821530"/>
              <a:gd name="connsiteY3" fmla="*/ 335092 h 335091"/>
              <a:gd name="connsiteX4" fmla="*/ 0 w 821530"/>
              <a:gd name="connsiteY4" fmla="*/ 167546 h 3350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21530" h="335091" fill="none" extrusionOk="0">
                <a:moveTo>
                  <a:pt x="0" y="167546"/>
                </a:moveTo>
                <a:cubicBezTo>
                  <a:pt x="27200" y="97744"/>
                  <a:pt x="168854" y="-18876"/>
                  <a:pt x="410765" y="0"/>
                </a:cubicBezTo>
                <a:cubicBezTo>
                  <a:pt x="622912" y="924"/>
                  <a:pt x="819376" y="83717"/>
                  <a:pt x="821530" y="167546"/>
                </a:cubicBezTo>
                <a:cubicBezTo>
                  <a:pt x="821602" y="238538"/>
                  <a:pt x="608938" y="344909"/>
                  <a:pt x="410765" y="335092"/>
                </a:cubicBezTo>
                <a:cubicBezTo>
                  <a:pt x="179495" y="329384"/>
                  <a:pt x="8507" y="255308"/>
                  <a:pt x="0" y="167546"/>
                </a:cubicBezTo>
                <a:close/>
              </a:path>
              <a:path w="821530" h="335091" stroke="0" extrusionOk="0">
                <a:moveTo>
                  <a:pt x="0" y="167546"/>
                </a:moveTo>
                <a:cubicBezTo>
                  <a:pt x="-7495" y="61191"/>
                  <a:pt x="216027" y="-14325"/>
                  <a:pt x="410765" y="0"/>
                </a:cubicBezTo>
                <a:cubicBezTo>
                  <a:pt x="644627" y="14846"/>
                  <a:pt x="817159" y="77051"/>
                  <a:pt x="821530" y="167546"/>
                </a:cubicBezTo>
                <a:cubicBezTo>
                  <a:pt x="799414" y="240887"/>
                  <a:pt x="648673" y="330985"/>
                  <a:pt x="410765" y="335092"/>
                </a:cubicBezTo>
                <a:cubicBezTo>
                  <a:pt x="177220" y="328123"/>
                  <a:pt x="10727" y="268208"/>
                  <a:pt x="0" y="167546"/>
                </a:cubicBezTo>
                <a:close/>
              </a:path>
            </a:pathLst>
          </a:cu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75000"/>
              </a:schemeClr>
            </a:solidFill>
            <a:prstDash val="dashDot"/>
            <a:extLst>
              <a:ext uri="{C807C97D-BFC1-408E-A445-0C87EB9F89A2}">
                <ask:lineSketchStyleProps xmlns:ask="http://schemas.microsoft.com/office/drawing/2018/sketchyshapes" sd="3978248048">
                  <a:prstGeom prst="ellipse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mbcs.ontx</a:t>
            </a:r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1C0680EE-8A6D-A5FF-5A5E-57C85AE8A19E}"/>
              </a:ext>
            </a:extLst>
          </p:cNvPr>
          <p:cNvSpPr/>
          <p:nvPr/>
        </p:nvSpPr>
        <p:spPr>
          <a:xfrm>
            <a:off x="26763" y="3763056"/>
            <a:ext cx="1395033" cy="585033"/>
          </a:xfrm>
          <a:custGeom>
            <a:avLst/>
            <a:gdLst>
              <a:gd name="connsiteX0" fmla="*/ 0 w 1395033"/>
              <a:gd name="connsiteY0" fmla="*/ 292517 h 585033"/>
              <a:gd name="connsiteX1" fmla="*/ 697517 w 1395033"/>
              <a:gd name="connsiteY1" fmla="*/ 0 h 585033"/>
              <a:gd name="connsiteX2" fmla="*/ 1395034 w 1395033"/>
              <a:gd name="connsiteY2" fmla="*/ 292517 h 585033"/>
              <a:gd name="connsiteX3" fmla="*/ 697517 w 1395033"/>
              <a:gd name="connsiteY3" fmla="*/ 585034 h 585033"/>
              <a:gd name="connsiteX4" fmla="*/ 0 w 1395033"/>
              <a:gd name="connsiteY4" fmla="*/ 292517 h 5850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95033" h="585033" fill="none" extrusionOk="0">
                <a:moveTo>
                  <a:pt x="0" y="292517"/>
                </a:moveTo>
                <a:cubicBezTo>
                  <a:pt x="-41172" y="114096"/>
                  <a:pt x="300960" y="20471"/>
                  <a:pt x="697517" y="0"/>
                </a:cubicBezTo>
                <a:cubicBezTo>
                  <a:pt x="1102525" y="22713"/>
                  <a:pt x="1412844" y="149170"/>
                  <a:pt x="1395034" y="292517"/>
                </a:cubicBezTo>
                <a:cubicBezTo>
                  <a:pt x="1360893" y="443608"/>
                  <a:pt x="1109308" y="615711"/>
                  <a:pt x="697517" y="585034"/>
                </a:cubicBezTo>
                <a:cubicBezTo>
                  <a:pt x="310401" y="587586"/>
                  <a:pt x="-8131" y="446612"/>
                  <a:pt x="0" y="292517"/>
                </a:cubicBezTo>
                <a:close/>
              </a:path>
              <a:path w="1395033" h="585033" stroke="0" extrusionOk="0">
                <a:moveTo>
                  <a:pt x="0" y="292517"/>
                </a:moveTo>
                <a:cubicBezTo>
                  <a:pt x="22908" y="97248"/>
                  <a:pt x="318031" y="9001"/>
                  <a:pt x="697517" y="0"/>
                </a:cubicBezTo>
                <a:cubicBezTo>
                  <a:pt x="1080244" y="-6961"/>
                  <a:pt x="1411454" y="140786"/>
                  <a:pt x="1395034" y="292517"/>
                </a:cubicBezTo>
                <a:cubicBezTo>
                  <a:pt x="1389628" y="395081"/>
                  <a:pt x="1049551" y="599985"/>
                  <a:pt x="697517" y="585034"/>
                </a:cubicBezTo>
                <a:cubicBezTo>
                  <a:pt x="311377" y="580661"/>
                  <a:pt x="17769" y="479693"/>
                  <a:pt x="0" y="292517"/>
                </a:cubicBezTo>
                <a:close/>
              </a:path>
            </a:pathLst>
          </a:cu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75000"/>
              </a:schemeClr>
            </a:solidFill>
            <a:prstDash val="dashDot"/>
            <a:extLst>
              <a:ext uri="{C807C97D-BFC1-408E-A445-0C87EB9F89A2}">
                <ask:lineSketchStyleProps xmlns:ask="http://schemas.microsoft.com/office/drawing/2018/sketchyshapes" sd="1617256088">
                  <a:prstGeom prst="ellipse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mbcs.progression.mbc</a:t>
            </a:r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C2B291F5-59EA-D520-6E8F-C002C188B1AF}"/>
              </a:ext>
            </a:extLst>
          </p:cNvPr>
          <p:cNvSpPr/>
          <p:nvPr/>
        </p:nvSpPr>
        <p:spPr>
          <a:xfrm>
            <a:off x="328983" y="4448583"/>
            <a:ext cx="937747" cy="287757"/>
          </a:xfrm>
          <a:custGeom>
            <a:avLst/>
            <a:gdLst>
              <a:gd name="connsiteX0" fmla="*/ 0 w 937747"/>
              <a:gd name="connsiteY0" fmla="*/ 143879 h 287757"/>
              <a:gd name="connsiteX1" fmla="*/ 468874 w 937747"/>
              <a:gd name="connsiteY1" fmla="*/ 0 h 287757"/>
              <a:gd name="connsiteX2" fmla="*/ 937748 w 937747"/>
              <a:gd name="connsiteY2" fmla="*/ 143879 h 287757"/>
              <a:gd name="connsiteX3" fmla="*/ 468874 w 937747"/>
              <a:gd name="connsiteY3" fmla="*/ 287758 h 287757"/>
              <a:gd name="connsiteX4" fmla="*/ 0 w 937747"/>
              <a:gd name="connsiteY4" fmla="*/ 143879 h 2877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37747" h="287757" fill="none" extrusionOk="0">
                <a:moveTo>
                  <a:pt x="0" y="143879"/>
                </a:moveTo>
                <a:cubicBezTo>
                  <a:pt x="-8899" y="56047"/>
                  <a:pt x="207160" y="-5477"/>
                  <a:pt x="468874" y="0"/>
                </a:cubicBezTo>
                <a:cubicBezTo>
                  <a:pt x="731539" y="4555"/>
                  <a:pt x="939172" y="65400"/>
                  <a:pt x="937748" y="143879"/>
                </a:cubicBezTo>
                <a:cubicBezTo>
                  <a:pt x="941733" y="193027"/>
                  <a:pt x="714862" y="276980"/>
                  <a:pt x="468874" y="287758"/>
                </a:cubicBezTo>
                <a:cubicBezTo>
                  <a:pt x="202124" y="292180"/>
                  <a:pt x="1697" y="228018"/>
                  <a:pt x="0" y="143879"/>
                </a:cubicBezTo>
                <a:close/>
              </a:path>
              <a:path w="937747" h="287757" stroke="0" extrusionOk="0">
                <a:moveTo>
                  <a:pt x="0" y="143879"/>
                </a:moveTo>
                <a:cubicBezTo>
                  <a:pt x="-17464" y="92146"/>
                  <a:pt x="232395" y="-19625"/>
                  <a:pt x="468874" y="0"/>
                </a:cubicBezTo>
                <a:cubicBezTo>
                  <a:pt x="735011" y="10232"/>
                  <a:pt x="947681" y="57070"/>
                  <a:pt x="937748" y="143879"/>
                </a:cubicBezTo>
                <a:cubicBezTo>
                  <a:pt x="942407" y="200020"/>
                  <a:pt x="747207" y="304396"/>
                  <a:pt x="468874" y="287758"/>
                </a:cubicBezTo>
                <a:cubicBezTo>
                  <a:pt x="208091" y="299835"/>
                  <a:pt x="-3827" y="219579"/>
                  <a:pt x="0" y="143879"/>
                </a:cubicBezTo>
                <a:close/>
              </a:path>
            </a:pathLst>
          </a:cu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75000"/>
              </a:schemeClr>
            </a:solidFill>
            <a:prstDash val="dashDot"/>
            <a:extLst>
              <a:ext uri="{C807C97D-BFC1-408E-A445-0C87EB9F89A2}">
                <ask:lineSketchStyleProps xmlns:ask="http://schemas.microsoft.com/office/drawing/2018/sketchyshapes" sd="3809068511">
                  <a:prstGeom prst="ellipse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 err="1">
                <a:solidFill>
                  <a:schemeClr val="tx1"/>
                </a:solidFill>
              </a:rPr>
              <a:t>tx.beva</a:t>
            </a:r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309DF28E-77EC-E681-EB78-C1E1E6FEE17F}"/>
              </a:ext>
            </a:extLst>
          </p:cNvPr>
          <p:cNvSpPr/>
          <p:nvPr/>
        </p:nvSpPr>
        <p:spPr>
          <a:xfrm>
            <a:off x="348332" y="4956137"/>
            <a:ext cx="823655" cy="243622"/>
          </a:xfrm>
          <a:custGeom>
            <a:avLst/>
            <a:gdLst>
              <a:gd name="connsiteX0" fmla="*/ 0 w 823655"/>
              <a:gd name="connsiteY0" fmla="*/ 121811 h 243622"/>
              <a:gd name="connsiteX1" fmla="*/ 411828 w 823655"/>
              <a:gd name="connsiteY1" fmla="*/ 0 h 243622"/>
              <a:gd name="connsiteX2" fmla="*/ 823656 w 823655"/>
              <a:gd name="connsiteY2" fmla="*/ 121811 h 243622"/>
              <a:gd name="connsiteX3" fmla="*/ 411828 w 823655"/>
              <a:gd name="connsiteY3" fmla="*/ 243622 h 243622"/>
              <a:gd name="connsiteX4" fmla="*/ 0 w 823655"/>
              <a:gd name="connsiteY4" fmla="*/ 121811 h 2436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23655" h="243622" fill="none" extrusionOk="0">
                <a:moveTo>
                  <a:pt x="0" y="121811"/>
                </a:moveTo>
                <a:cubicBezTo>
                  <a:pt x="-777" y="41487"/>
                  <a:pt x="215381" y="-14440"/>
                  <a:pt x="411828" y="0"/>
                </a:cubicBezTo>
                <a:cubicBezTo>
                  <a:pt x="631118" y="-2653"/>
                  <a:pt x="814192" y="52356"/>
                  <a:pt x="823656" y="121811"/>
                </a:cubicBezTo>
                <a:cubicBezTo>
                  <a:pt x="795084" y="176507"/>
                  <a:pt x="617783" y="237143"/>
                  <a:pt x="411828" y="243622"/>
                </a:cubicBezTo>
                <a:cubicBezTo>
                  <a:pt x="178584" y="247891"/>
                  <a:pt x="-4612" y="197236"/>
                  <a:pt x="0" y="121811"/>
                </a:cubicBezTo>
                <a:close/>
              </a:path>
              <a:path w="823655" h="243622" stroke="0" extrusionOk="0">
                <a:moveTo>
                  <a:pt x="0" y="121811"/>
                </a:moveTo>
                <a:cubicBezTo>
                  <a:pt x="-25556" y="71800"/>
                  <a:pt x="197179" y="6860"/>
                  <a:pt x="411828" y="0"/>
                </a:cubicBezTo>
                <a:cubicBezTo>
                  <a:pt x="640672" y="11908"/>
                  <a:pt x="819423" y="56721"/>
                  <a:pt x="823656" y="121811"/>
                </a:cubicBezTo>
                <a:cubicBezTo>
                  <a:pt x="844654" y="178225"/>
                  <a:pt x="632582" y="211320"/>
                  <a:pt x="411828" y="243622"/>
                </a:cubicBezTo>
                <a:cubicBezTo>
                  <a:pt x="176438" y="244104"/>
                  <a:pt x="-4022" y="184340"/>
                  <a:pt x="0" y="121811"/>
                </a:cubicBezTo>
                <a:close/>
              </a:path>
            </a:pathLst>
          </a:custGeom>
          <a:solidFill>
            <a:schemeClr val="accent2">
              <a:lumMod val="20000"/>
              <a:lumOff val="80000"/>
            </a:schemeClr>
          </a:solidFill>
          <a:ln>
            <a:solidFill>
              <a:srgbClr val="FF0000"/>
            </a:solidFill>
            <a:prstDash val="dashDot"/>
            <a:extLst>
              <a:ext uri="{C807C97D-BFC1-408E-A445-0C87EB9F89A2}">
                <ask:lineSketchStyleProps xmlns:ask="http://schemas.microsoft.com/office/drawing/2018/sketchyshapes" sd="2558881134">
                  <a:prstGeom prst="ellipse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mbcs</a:t>
            </a:r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1CBB63E8-7663-D6C9-01EF-B922B0F3488B}"/>
              </a:ext>
            </a:extLst>
          </p:cNvPr>
          <p:cNvSpPr/>
          <p:nvPr/>
        </p:nvSpPr>
        <p:spPr>
          <a:xfrm>
            <a:off x="90956" y="5334152"/>
            <a:ext cx="1242670" cy="376358"/>
          </a:xfrm>
          <a:custGeom>
            <a:avLst/>
            <a:gdLst>
              <a:gd name="connsiteX0" fmla="*/ 0 w 1242670"/>
              <a:gd name="connsiteY0" fmla="*/ 188179 h 376358"/>
              <a:gd name="connsiteX1" fmla="*/ 621335 w 1242670"/>
              <a:gd name="connsiteY1" fmla="*/ 0 h 376358"/>
              <a:gd name="connsiteX2" fmla="*/ 1242670 w 1242670"/>
              <a:gd name="connsiteY2" fmla="*/ 188179 h 376358"/>
              <a:gd name="connsiteX3" fmla="*/ 621335 w 1242670"/>
              <a:gd name="connsiteY3" fmla="*/ 376358 h 376358"/>
              <a:gd name="connsiteX4" fmla="*/ 0 w 1242670"/>
              <a:gd name="connsiteY4" fmla="*/ 188179 h 3763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2670" h="376358" fill="none" extrusionOk="0">
                <a:moveTo>
                  <a:pt x="0" y="188179"/>
                </a:moveTo>
                <a:cubicBezTo>
                  <a:pt x="31977" y="82223"/>
                  <a:pt x="233041" y="-27803"/>
                  <a:pt x="621335" y="0"/>
                </a:cubicBezTo>
                <a:cubicBezTo>
                  <a:pt x="967816" y="3524"/>
                  <a:pt x="1230336" y="71305"/>
                  <a:pt x="1242670" y="188179"/>
                </a:cubicBezTo>
                <a:cubicBezTo>
                  <a:pt x="1239340" y="299072"/>
                  <a:pt x="968351" y="371703"/>
                  <a:pt x="621335" y="376358"/>
                </a:cubicBezTo>
                <a:cubicBezTo>
                  <a:pt x="268254" y="370437"/>
                  <a:pt x="-1723" y="306385"/>
                  <a:pt x="0" y="188179"/>
                </a:cubicBezTo>
                <a:close/>
              </a:path>
              <a:path w="1242670" h="376358" stroke="0" extrusionOk="0">
                <a:moveTo>
                  <a:pt x="0" y="188179"/>
                </a:moveTo>
                <a:cubicBezTo>
                  <a:pt x="-5672" y="122071"/>
                  <a:pt x="278595" y="10750"/>
                  <a:pt x="621335" y="0"/>
                </a:cubicBezTo>
                <a:cubicBezTo>
                  <a:pt x="962783" y="1903"/>
                  <a:pt x="1242103" y="81528"/>
                  <a:pt x="1242670" y="188179"/>
                </a:cubicBezTo>
                <a:cubicBezTo>
                  <a:pt x="1282324" y="261681"/>
                  <a:pt x="956861" y="380632"/>
                  <a:pt x="621335" y="376358"/>
                </a:cubicBezTo>
                <a:cubicBezTo>
                  <a:pt x="267461" y="384187"/>
                  <a:pt x="6459" y="281209"/>
                  <a:pt x="0" y="188179"/>
                </a:cubicBezTo>
                <a:close/>
              </a:path>
            </a:pathLst>
          </a:custGeom>
          <a:solidFill>
            <a:schemeClr val="accent2">
              <a:lumMod val="20000"/>
              <a:lumOff val="80000"/>
            </a:schemeClr>
          </a:solidFill>
          <a:ln>
            <a:solidFill>
              <a:srgbClr val="FF0000"/>
            </a:solidFill>
            <a:prstDash val="dashDot"/>
            <a:extLst>
              <a:ext uri="{C807C97D-BFC1-408E-A445-0C87EB9F89A2}">
                <ask:lineSketchStyleProps xmlns:ask="http://schemas.microsoft.com/office/drawing/2018/sketchyshapes" sd="2998267428">
                  <a:prstGeom prst="ellipse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mbcs</a:t>
            </a:r>
            <a:r>
              <a:rPr lang="en-US" sz="1200" dirty="0">
                <a:solidFill>
                  <a:schemeClr val="tx1"/>
                </a:solidFill>
              </a:rPr>
              <a:t>. _2ndline</a:t>
            </a:r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3817379B-ABC6-B536-A664-787E15BE7153}"/>
              </a:ext>
            </a:extLst>
          </p:cNvPr>
          <p:cNvSpPr/>
          <p:nvPr/>
        </p:nvSpPr>
        <p:spPr>
          <a:xfrm>
            <a:off x="103092" y="5811004"/>
            <a:ext cx="1286914" cy="302615"/>
          </a:xfrm>
          <a:custGeom>
            <a:avLst/>
            <a:gdLst>
              <a:gd name="connsiteX0" fmla="*/ 0 w 1286914"/>
              <a:gd name="connsiteY0" fmla="*/ 151308 h 302615"/>
              <a:gd name="connsiteX1" fmla="*/ 643457 w 1286914"/>
              <a:gd name="connsiteY1" fmla="*/ 0 h 302615"/>
              <a:gd name="connsiteX2" fmla="*/ 1286914 w 1286914"/>
              <a:gd name="connsiteY2" fmla="*/ 151308 h 302615"/>
              <a:gd name="connsiteX3" fmla="*/ 643457 w 1286914"/>
              <a:gd name="connsiteY3" fmla="*/ 302616 h 302615"/>
              <a:gd name="connsiteX4" fmla="*/ 0 w 1286914"/>
              <a:gd name="connsiteY4" fmla="*/ 151308 h 3026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86914" h="302615" fill="none" extrusionOk="0">
                <a:moveTo>
                  <a:pt x="0" y="151308"/>
                </a:moveTo>
                <a:cubicBezTo>
                  <a:pt x="1822" y="62394"/>
                  <a:pt x="315197" y="-16228"/>
                  <a:pt x="643457" y="0"/>
                </a:cubicBezTo>
                <a:cubicBezTo>
                  <a:pt x="990473" y="5671"/>
                  <a:pt x="1290522" y="70429"/>
                  <a:pt x="1286914" y="151308"/>
                </a:cubicBezTo>
                <a:cubicBezTo>
                  <a:pt x="1279295" y="270914"/>
                  <a:pt x="978304" y="292688"/>
                  <a:pt x="643457" y="302616"/>
                </a:cubicBezTo>
                <a:cubicBezTo>
                  <a:pt x="287329" y="286576"/>
                  <a:pt x="12510" y="241793"/>
                  <a:pt x="0" y="151308"/>
                </a:cubicBezTo>
                <a:close/>
              </a:path>
              <a:path w="1286914" h="302615" stroke="0" extrusionOk="0">
                <a:moveTo>
                  <a:pt x="0" y="151308"/>
                </a:moveTo>
                <a:cubicBezTo>
                  <a:pt x="48143" y="73720"/>
                  <a:pt x="288943" y="8815"/>
                  <a:pt x="643457" y="0"/>
                </a:cubicBezTo>
                <a:cubicBezTo>
                  <a:pt x="998747" y="-1003"/>
                  <a:pt x="1293060" y="63748"/>
                  <a:pt x="1286914" y="151308"/>
                </a:cubicBezTo>
                <a:cubicBezTo>
                  <a:pt x="1308600" y="257376"/>
                  <a:pt x="983681" y="245884"/>
                  <a:pt x="643457" y="302616"/>
                </a:cubicBezTo>
                <a:cubicBezTo>
                  <a:pt x="278872" y="306494"/>
                  <a:pt x="6864" y="246906"/>
                  <a:pt x="0" y="151308"/>
                </a:cubicBezTo>
                <a:close/>
              </a:path>
            </a:pathLst>
          </a:custGeom>
          <a:solidFill>
            <a:schemeClr val="accent2">
              <a:lumMod val="20000"/>
              <a:lumOff val="80000"/>
            </a:schemeClr>
          </a:solidFill>
          <a:ln>
            <a:solidFill>
              <a:srgbClr val="FF0000"/>
            </a:solidFill>
            <a:prstDash val="dashDot"/>
            <a:extLst>
              <a:ext uri="{C807C97D-BFC1-408E-A445-0C87EB9F89A2}">
                <ask:lineSketchStyleProps xmlns:ask="http://schemas.microsoft.com/office/drawing/2018/sketchyshapes" sd="878760193">
                  <a:prstGeom prst="ellipse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recurrence </a:t>
            </a:r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38F68B7D-9195-4D0F-3488-5ABDADBBC50E}"/>
              </a:ext>
            </a:extLst>
          </p:cNvPr>
          <p:cNvSpPr/>
          <p:nvPr/>
        </p:nvSpPr>
        <p:spPr>
          <a:xfrm>
            <a:off x="125214" y="6214113"/>
            <a:ext cx="1242670" cy="338785"/>
          </a:xfrm>
          <a:custGeom>
            <a:avLst/>
            <a:gdLst>
              <a:gd name="connsiteX0" fmla="*/ 0 w 1242670"/>
              <a:gd name="connsiteY0" fmla="*/ 169393 h 338785"/>
              <a:gd name="connsiteX1" fmla="*/ 621335 w 1242670"/>
              <a:gd name="connsiteY1" fmla="*/ 0 h 338785"/>
              <a:gd name="connsiteX2" fmla="*/ 1242670 w 1242670"/>
              <a:gd name="connsiteY2" fmla="*/ 169393 h 338785"/>
              <a:gd name="connsiteX3" fmla="*/ 621335 w 1242670"/>
              <a:gd name="connsiteY3" fmla="*/ 338786 h 338785"/>
              <a:gd name="connsiteX4" fmla="*/ 0 w 1242670"/>
              <a:gd name="connsiteY4" fmla="*/ 169393 h 3387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2670" h="338785" fill="none" extrusionOk="0">
                <a:moveTo>
                  <a:pt x="0" y="169393"/>
                </a:moveTo>
                <a:cubicBezTo>
                  <a:pt x="6323" y="76590"/>
                  <a:pt x="302009" y="-49039"/>
                  <a:pt x="621335" y="0"/>
                </a:cubicBezTo>
                <a:cubicBezTo>
                  <a:pt x="958012" y="-992"/>
                  <a:pt x="1239786" y="78555"/>
                  <a:pt x="1242670" y="169393"/>
                </a:cubicBezTo>
                <a:cubicBezTo>
                  <a:pt x="1240437" y="241651"/>
                  <a:pt x="948235" y="361374"/>
                  <a:pt x="621335" y="338786"/>
                </a:cubicBezTo>
                <a:cubicBezTo>
                  <a:pt x="293815" y="347539"/>
                  <a:pt x="4237" y="263965"/>
                  <a:pt x="0" y="169393"/>
                </a:cubicBezTo>
                <a:close/>
              </a:path>
              <a:path w="1242670" h="338785" stroke="0" extrusionOk="0">
                <a:moveTo>
                  <a:pt x="0" y="169393"/>
                </a:moveTo>
                <a:cubicBezTo>
                  <a:pt x="-22312" y="62077"/>
                  <a:pt x="247671" y="11451"/>
                  <a:pt x="621335" y="0"/>
                </a:cubicBezTo>
                <a:cubicBezTo>
                  <a:pt x="974106" y="2025"/>
                  <a:pt x="1224352" y="76422"/>
                  <a:pt x="1242670" y="169393"/>
                </a:cubicBezTo>
                <a:cubicBezTo>
                  <a:pt x="1212158" y="292743"/>
                  <a:pt x="956564" y="382591"/>
                  <a:pt x="621335" y="338786"/>
                </a:cubicBezTo>
                <a:cubicBezTo>
                  <a:pt x="271668" y="335223"/>
                  <a:pt x="1246" y="263542"/>
                  <a:pt x="0" y="169393"/>
                </a:cubicBezTo>
                <a:close/>
              </a:path>
            </a:pathLst>
          </a:cu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6">
                <a:lumMod val="75000"/>
              </a:schemeClr>
            </a:solidFill>
            <a:prstDash val="dashDot"/>
            <a:extLst>
              <a:ext uri="{C807C97D-BFC1-408E-A445-0C87EB9F89A2}">
                <ask:lineSketchStyleProps xmlns:ask="http://schemas.microsoft.com/office/drawing/2018/sketchyshapes" sd="1219033472">
                  <a:prstGeom prst="ellipse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Remission 0.8 </a:t>
            </a:r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C5D2E9F9-CD03-837D-AAC9-49D7EC5C3706}"/>
              </a:ext>
            </a:extLst>
          </p:cNvPr>
          <p:cNvSpPr/>
          <p:nvPr/>
        </p:nvSpPr>
        <p:spPr>
          <a:xfrm>
            <a:off x="7485727" y="3255632"/>
            <a:ext cx="821530" cy="335091"/>
          </a:xfrm>
          <a:custGeom>
            <a:avLst/>
            <a:gdLst>
              <a:gd name="connsiteX0" fmla="*/ 0 w 821530"/>
              <a:gd name="connsiteY0" fmla="*/ 167546 h 335091"/>
              <a:gd name="connsiteX1" fmla="*/ 410765 w 821530"/>
              <a:gd name="connsiteY1" fmla="*/ 0 h 335091"/>
              <a:gd name="connsiteX2" fmla="*/ 821530 w 821530"/>
              <a:gd name="connsiteY2" fmla="*/ 167546 h 335091"/>
              <a:gd name="connsiteX3" fmla="*/ 410765 w 821530"/>
              <a:gd name="connsiteY3" fmla="*/ 335092 h 335091"/>
              <a:gd name="connsiteX4" fmla="*/ 0 w 821530"/>
              <a:gd name="connsiteY4" fmla="*/ 167546 h 3350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21530" h="335091" fill="none" extrusionOk="0">
                <a:moveTo>
                  <a:pt x="0" y="167546"/>
                </a:moveTo>
                <a:cubicBezTo>
                  <a:pt x="34707" y="70567"/>
                  <a:pt x="212227" y="15523"/>
                  <a:pt x="410765" y="0"/>
                </a:cubicBezTo>
                <a:cubicBezTo>
                  <a:pt x="621164" y="-4540"/>
                  <a:pt x="828756" y="76644"/>
                  <a:pt x="821530" y="167546"/>
                </a:cubicBezTo>
                <a:cubicBezTo>
                  <a:pt x="849843" y="257248"/>
                  <a:pt x="613158" y="361055"/>
                  <a:pt x="410765" y="335092"/>
                </a:cubicBezTo>
                <a:cubicBezTo>
                  <a:pt x="184835" y="337948"/>
                  <a:pt x="1150" y="271807"/>
                  <a:pt x="0" y="167546"/>
                </a:cubicBezTo>
                <a:close/>
              </a:path>
              <a:path w="821530" h="335091" stroke="0" extrusionOk="0">
                <a:moveTo>
                  <a:pt x="0" y="167546"/>
                </a:moveTo>
                <a:cubicBezTo>
                  <a:pt x="9895" y="66156"/>
                  <a:pt x="169166" y="12826"/>
                  <a:pt x="410765" y="0"/>
                </a:cubicBezTo>
                <a:cubicBezTo>
                  <a:pt x="635177" y="-12035"/>
                  <a:pt x="814971" y="83178"/>
                  <a:pt x="821530" y="167546"/>
                </a:cubicBezTo>
                <a:cubicBezTo>
                  <a:pt x="835771" y="293152"/>
                  <a:pt x="637716" y="332189"/>
                  <a:pt x="410765" y="335092"/>
                </a:cubicBezTo>
                <a:cubicBezTo>
                  <a:pt x="182228" y="348613"/>
                  <a:pt x="-4433" y="258907"/>
                  <a:pt x="0" y="167546"/>
                </a:cubicBezTo>
                <a:close/>
              </a:path>
            </a:pathLst>
          </a:custGeom>
          <a:solidFill>
            <a:schemeClr val="accent2">
              <a:lumMod val="20000"/>
              <a:lumOff val="80000"/>
            </a:schemeClr>
          </a:solidFill>
          <a:ln>
            <a:solidFill>
              <a:srgbClr val="FF0000"/>
            </a:solidFill>
            <a:prstDash val="dashDot"/>
            <a:extLst>
              <a:ext uri="{C807C97D-BFC1-408E-A445-0C87EB9F89A2}">
                <ask:lineSketchStyleProps xmlns:ask="http://schemas.microsoft.com/office/drawing/2018/sketchyshapes" sd="2091018771">
                  <a:prstGeom prst="ellipse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mbcs.ontx</a:t>
            </a:r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7D90D830-F100-C2E3-31DC-3A9E22DFFC3C}"/>
              </a:ext>
            </a:extLst>
          </p:cNvPr>
          <p:cNvSpPr/>
          <p:nvPr/>
        </p:nvSpPr>
        <p:spPr>
          <a:xfrm>
            <a:off x="8019317" y="5654206"/>
            <a:ext cx="821530" cy="335091"/>
          </a:xfrm>
          <a:custGeom>
            <a:avLst/>
            <a:gdLst>
              <a:gd name="connsiteX0" fmla="*/ 0 w 821530"/>
              <a:gd name="connsiteY0" fmla="*/ 167546 h 335091"/>
              <a:gd name="connsiteX1" fmla="*/ 410765 w 821530"/>
              <a:gd name="connsiteY1" fmla="*/ 0 h 335091"/>
              <a:gd name="connsiteX2" fmla="*/ 821530 w 821530"/>
              <a:gd name="connsiteY2" fmla="*/ 167546 h 335091"/>
              <a:gd name="connsiteX3" fmla="*/ 410765 w 821530"/>
              <a:gd name="connsiteY3" fmla="*/ 335092 h 335091"/>
              <a:gd name="connsiteX4" fmla="*/ 0 w 821530"/>
              <a:gd name="connsiteY4" fmla="*/ 167546 h 3350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21530" h="335091" fill="none" extrusionOk="0">
                <a:moveTo>
                  <a:pt x="0" y="167546"/>
                </a:moveTo>
                <a:cubicBezTo>
                  <a:pt x="2777" y="73491"/>
                  <a:pt x="214844" y="-2608"/>
                  <a:pt x="410765" y="0"/>
                </a:cubicBezTo>
                <a:cubicBezTo>
                  <a:pt x="623881" y="8707"/>
                  <a:pt x="838486" y="77540"/>
                  <a:pt x="821530" y="167546"/>
                </a:cubicBezTo>
                <a:cubicBezTo>
                  <a:pt x="831213" y="249518"/>
                  <a:pt x="617286" y="328469"/>
                  <a:pt x="410765" y="335092"/>
                </a:cubicBezTo>
                <a:cubicBezTo>
                  <a:pt x="175661" y="340340"/>
                  <a:pt x="7697" y="274906"/>
                  <a:pt x="0" y="167546"/>
                </a:cubicBezTo>
                <a:close/>
              </a:path>
              <a:path w="821530" h="335091" stroke="0" extrusionOk="0">
                <a:moveTo>
                  <a:pt x="0" y="167546"/>
                </a:moveTo>
                <a:cubicBezTo>
                  <a:pt x="9587" y="66287"/>
                  <a:pt x="191853" y="20164"/>
                  <a:pt x="410765" y="0"/>
                </a:cubicBezTo>
                <a:cubicBezTo>
                  <a:pt x="636501" y="-621"/>
                  <a:pt x="804631" y="80670"/>
                  <a:pt x="821530" y="167546"/>
                </a:cubicBezTo>
                <a:cubicBezTo>
                  <a:pt x="828441" y="262634"/>
                  <a:pt x="624609" y="351582"/>
                  <a:pt x="410765" y="335092"/>
                </a:cubicBezTo>
                <a:cubicBezTo>
                  <a:pt x="194573" y="343492"/>
                  <a:pt x="-10657" y="266243"/>
                  <a:pt x="0" y="167546"/>
                </a:cubicBezTo>
                <a:close/>
              </a:path>
            </a:pathLst>
          </a:custGeom>
          <a:solidFill>
            <a:schemeClr val="accent2">
              <a:lumMod val="20000"/>
              <a:lumOff val="80000"/>
            </a:schemeClr>
          </a:solidFill>
          <a:ln>
            <a:solidFill>
              <a:srgbClr val="FF0000"/>
            </a:solidFill>
            <a:prstDash val="dashDot"/>
            <a:extLst>
              <a:ext uri="{C807C97D-BFC1-408E-A445-0C87EB9F89A2}">
                <ask:lineSketchStyleProps xmlns:ask="http://schemas.microsoft.com/office/drawing/2018/sketchyshapes" sd="1808761005">
                  <a:prstGeom prst="ellipse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mbcs.ontx</a:t>
            </a:r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61113D1D-CD60-E11A-437B-92BBDA3D10CA}"/>
              </a:ext>
            </a:extLst>
          </p:cNvPr>
          <p:cNvSpPr/>
          <p:nvPr/>
        </p:nvSpPr>
        <p:spPr>
          <a:xfrm>
            <a:off x="2513290" y="3213830"/>
            <a:ext cx="971550" cy="287757"/>
          </a:xfrm>
          <a:custGeom>
            <a:avLst/>
            <a:gdLst>
              <a:gd name="connsiteX0" fmla="*/ 0 w 971550"/>
              <a:gd name="connsiteY0" fmla="*/ 143879 h 287757"/>
              <a:gd name="connsiteX1" fmla="*/ 485775 w 971550"/>
              <a:gd name="connsiteY1" fmla="*/ 0 h 287757"/>
              <a:gd name="connsiteX2" fmla="*/ 971550 w 971550"/>
              <a:gd name="connsiteY2" fmla="*/ 143879 h 287757"/>
              <a:gd name="connsiteX3" fmla="*/ 485775 w 971550"/>
              <a:gd name="connsiteY3" fmla="*/ 287758 h 287757"/>
              <a:gd name="connsiteX4" fmla="*/ 0 w 971550"/>
              <a:gd name="connsiteY4" fmla="*/ 143879 h 2877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71550" h="287757" fill="none" extrusionOk="0">
                <a:moveTo>
                  <a:pt x="0" y="143879"/>
                </a:moveTo>
                <a:cubicBezTo>
                  <a:pt x="40681" y="79199"/>
                  <a:pt x="207772" y="38369"/>
                  <a:pt x="485775" y="0"/>
                </a:cubicBezTo>
                <a:cubicBezTo>
                  <a:pt x="760625" y="-8879"/>
                  <a:pt x="980142" y="60501"/>
                  <a:pt x="971550" y="143879"/>
                </a:cubicBezTo>
                <a:cubicBezTo>
                  <a:pt x="967471" y="192463"/>
                  <a:pt x="744174" y="277237"/>
                  <a:pt x="485775" y="287758"/>
                </a:cubicBezTo>
                <a:cubicBezTo>
                  <a:pt x="218854" y="275230"/>
                  <a:pt x="5303" y="226663"/>
                  <a:pt x="0" y="143879"/>
                </a:cubicBezTo>
                <a:close/>
              </a:path>
              <a:path w="971550" h="287757" stroke="0" extrusionOk="0">
                <a:moveTo>
                  <a:pt x="0" y="143879"/>
                </a:moveTo>
                <a:cubicBezTo>
                  <a:pt x="6600" y="80081"/>
                  <a:pt x="199556" y="-13371"/>
                  <a:pt x="485775" y="0"/>
                </a:cubicBezTo>
                <a:cubicBezTo>
                  <a:pt x="739520" y="1883"/>
                  <a:pt x="975339" y="63868"/>
                  <a:pt x="971550" y="143879"/>
                </a:cubicBezTo>
                <a:cubicBezTo>
                  <a:pt x="978973" y="221089"/>
                  <a:pt x="759726" y="282679"/>
                  <a:pt x="485775" y="287758"/>
                </a:cubicBezTo>
                <a:cubicBezTo>
                  <a:pt x="208120" y="288534"/>
                  <a:pt x="-2537" y="232239"/>
                  <a:pt x="0" y="143879"/>
                </a:cubicBezTo>
                <a:close/>
              </a:path>
            </a:pathLst>
          </a:custGeom>
          <a:solidFill>
            <a:schemeClr val="accent2">
              <a:lumMod val="20000"/>
              <a:lumOff val="80000"/>
            </a:schemeClr>
          </a:solidFill>
          <a:ln>
            <a:solidFill>
              <a:srgbClr val="FF0000"/>
            </a:solidFill>
            <a:prstDash val="dashDot"/>
            <a:extLst>
              <a:ext uri="{C807C97D-BFC1-408E-A445-0C87EB9F89A2}">
                <ask:lineSketchStyleProps xmlns:ask="http://schemas.microsoft.com/office/drawing/2018/sketchyshapes" sd="579111871">
                  <a:prstGeom prst="ellipse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 err="1">
                <a:solidFill>
                  <a:schemeClr val="tx1"/>
                </a:solidFill>
              </a:rPr>
              <a:t>tx.beva</a:t>
            </a:r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EA58DFB5-65FD-B890-E163-8DCAE053333F}"/>
              </a:ext>
            </a:extLst>
          </p:cNvPr>
          <p:cNvSpPr/>
          <p:nvPr/>
        </p:nvSpPr>
        <p:spPr>
          <a:xfrm>
            <a:off x="8307257" y="4917214"/>
            <a:ext cx="1395033" cy="456268"/>
          </a:xfrm>
          <a:custGeom>
            <a:avLst/>
            <a:gdLst>
              <a:gd name="connsiteX0" fmla="*/ 0 w 1395033"/>
              <a:gd name="connsiteY0" fmla="*/ 228134 h 456268"/>
              <a:gd name="connsiteX1" fmla="*/ 697517 w 1395033"/>
              <a:gd name="connsiteY1" fmla="*/ 0 h 456268"/>
              <a:gd name="connsiteX2" fmla="*/ 1395034 w 1395033"/>
              <a:gd name="connsiteY2" fmla="*/ 228134 h 456268"/>
              <a:gd name="connsiteX3" fmla="*/ 697517 w 1395033"/>
              <a:gd name="connsiteY3" fmla="*/ 456268 h 456268"/>
              <a:gd name="connsiteX4" fmla="*/ 0 w 1395033"/>
              <a:gd name="connsiteY4" fmla="*/ 228134 h 4562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95033" h="456268" fill="none" extrusionOk="0">
                <a:moveTo>
                  <a:pt x="0" y="228134"/>
                </a:moveTo>
                <a:cubicBezTo>
                  <a:pt x="-44957" y="83721"/>
                  <a:pt x="295186" y="30904"/>
                  <a:pt x="697517" y="0"/>
                </a:cubicBezTo>
                <a:cubicBezTo>
                  <a:pt x="1093657" y="12530"/>
                  <a:pt x="1406992" y="114363"/>
                  <a:pt x="1395034" y="228134"/>
                </a:cubicBezTo>
                <a:cubicBezTo>
                  <a:pt x="1360406" y="343518"/>
                  <a:pt x="1104730" y="481657"/>
                  <a:pt x="697517" y="456268"/>
                </a:cubicBezTo>
                <a:cubicBezTo>
                  <a:pt x="305558" y="465368"/>
                  <a:pt x="-3139" y="351250"/>
                  <a:pt x="0" y="228134"/>
                </a:cubicBezTo>
                <a:close/>
              </a:path>
              <a:path w="1395033" h="456268" stroke="0" extrusionOk="0">
                <a:moveTo>
                  <a:pt x="0" y="228134"/>
                </a:moveTo>
                <a:cubicBezTo>
                  <a:pt x="21290" y="70803"/>
                  <a:pt x="342152" y="46809"/>
                  <a:pt x="697517" y="0"/>
                </a:cubicBezTo>
                <a:cubicBezTo>
                  <a:pt x="1077536" y="-14501"/>
                  <a:pt x="1400084" y="105159"/>
                  <a:pt x="1395034" y="228134"/>
                </a:cubicBezTo>
                <a:cubicBezTo>
                  <a:pt x="1389515" y="293901"/>
                  <a:pt x="1056970" y="467877"/>
                  <a:pt x="697517" y="456268"/>
                </a:cubicBezTo>
                <a:cubicBezTo>
                  <a:pt x="309837" y="444502"/>
                  <a:pt x="5455" y="361995"/>
                  <a:pt x="0" y="228134"/>
                </a:cubicBezTo>
                <a:close/>
              </a:path>
            </a:pathLst>
          </a:custGeom>
          <a:solidFill>
            <a:schemeClr val="accent2">
              <a:lumMod val="20000"/>
              <a:lumOff val="80000"/>
            </a:schemeClr>
          </a:solidFill>
          <a:ln>
            <a:solidFill>
              <a:srgbClr val="FF0000"/>
            </a:solidFill>
            <a:prstDash val="dashDot"/>
            <a:extLst>
              <a:ext uri="{C807C97D-BFC1-408E-A445-0C87EB9F89A2}">
                <ask:lineSketchStyleProps xmlns:ask="http://schemas.microsoft.com/office/drawing/2018/sketchyshapes" sd="1617256088">
                  <a:prstGeom prst="ellipse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mbcs.progression.mbc</a:t>
            </a:r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4A97BA26-D7C8-3DD5-4410-D12E8E31A1F9}"/>
              </a:ext>
            </a:extLst>
          </p:cNvPr>
          <p:cNvSpPr/>
          <p:nvPr/>
        </p:nvSpPr>
        <p:spPr>
          <a:xfrm>
            <a:off x="9420841" y="4922885"/>
            <a:ext cx="1078641" cy="456267"/>
          </a:xfrm>
          <a:custGeom>
            <a:avLst/>
            <a:gdLst>
              <a:gd name="connsiteX0" fmla="*/ 0 w 1078641"/>
              <a:gd name="connsiteY0" fmla="*/ 228134 h 456267"/>
              <a:gd name="connsiteX1" fmla="*/ 539321 w 1078641"/>
              <a:gd name="connsiteY1" fmla="*/ 0 h 456267"/>
              <a:gd name="connsiteX2" fmla="*/ 1078642 w 1078641"/>
              <a:gd name="connsiteY2" fmla="*/ 228134 h 456267"/>
              <a:gd name="connsiteX3" fmla="*/ 539321 w 1078641"/>
              <a:gd name="connsiteY3" fmla="*/ 456268 h 456267"/>
              <a:gd name="connsiteX4" fmla="*/ 0 w 1078641"/>
              <a:gd name="connsiteY4" fmla="*/ 228134 h 4562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78641" h="456267" fill="none" extrusionOk="0">
                <a:moveTo>
                  <a:pt x="0" y="228134"/>
                </a:moveTo>
                <a:cubicBezTo>
                  <a:pt x="45497" y="99253"/>
                  <a:pt x="228381" y="-8057"/>
                  <a:pt x="539321" y="0"/>
                </a:cubicBezTo>
                <a:cubicBezTo>
                  <a:pt x="844293" y="7534"/>
                  <a:pt x="1076753" y="100156"/>
                  <a:pt x="1078642" y="228134"/>
                </a:cubicBezTo>
                <a:cubicBezTo>
                  <a:pt x="1073014" y="365899"/>
                  <a:pt x="870076" y="416618"/>
                  <a:pt x="539321" y="456268"/>
                </a:cubicBezTo>
                <a:cubicBezTo>
                  <a:pt x="222486" y="444949"/>
                  <a:pt x="-2216" y="372490"/>
                  <a:pt x="0" y="228134"/>
                </a:cubicBezTo>
                <a:close/>
              </a:path>
              <a:path w="1078641" h="456267" stroke="0" extrusionOk="0">
                <a:moveTo>
                  <a:pt x="0" y="228134"/>
                </a:moveTo>
                <a:cubicBezTo>
                  <a:pt x="-2607" y="119518"/>
                  <a:pt x="241771" y="8014"/>
                  <a:pt x="539321" y="0"/>
                </a:cubicBezTo>
                <a:cubicBezTo>
                  <a:pt x="835153" y="2261"/>
                  <a:pt x="1074393" y="81734"/>
                  <a:pt x="1078642" y="228134"/>
                </a:cubicBezTo>
                <a:cubicBezTo>
                  <a:pt x="1083718" y="350235"/>
                  <a:pt x="793807" y="480572"/>
                  <a:pt x="539321" y="456268"/>
                </a:cubicBezTo>
                <a:cubicBezTo>
                  <a:pt x="224891" y="468371"/>
                  <a:pt x="11817" y="334192"/>
                  <a:pt x="0" y="228134"/>
                </a:cubicBezTo>
                <a:close/>
              </a:path>
            </a:pathLst>
          </a:cu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75000"/>
              </a:schemeClr>
            </a:solidFill>
            <a:prstDash val="dashDot"/>
            <a:extLst>
              <a:ext uri="{C807C97D-BFC1-408E-A445-0C87EB9F89A2}">
                <ask:lineSketchStyleProps xmlns:ask="http://schemas.microsoft.com/office/drawing/2018/sketchyshapes" sd="2998267428">
                  <a:prstGeom prst="ellipse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mbcs</a:t>
            </a:r>
            <a:r>
              <a:rPr lang="en-US" sz="1200" dirty="0">
                <a:solidFill>
                  <a:schemeClr val="tx1"/>
                </a:solidFill>
              </a:rPr>
              <a:t>. _2ndline</a:t>
            </a:r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DDF79582-2C11-C498-F385-5A38082ABF79}"/>
              </a:ext>
            </a:extLst>
          </p:cNvPr>
          <p:cNvSpPr/>
          <p:nvPr/>
        </p:nvSpPr>
        <p:spPr>
          <a:xfrm>
            <a:off x="7537137" y="2689534"/>
            <a:ext cx="1395033" cy="456268"/>
          </a:xfrm>
          <a:custGeom>
            <a:avLst/>
            <a:gdLst>
              <a:gd name="connsiteX0" fmla="*/ 0 w 1395033"/>
              <a:gd name="connsiteY0" fmla="*/ 228134 h 456268"/>
              <a:gd name="connsiteX1" fmla="*/ 697517 w 1395033"/>
              <a:gd name="connsiteY1" fmla="*/ 0 h 456268"/>
              <a:gd name="connsiteX2" fmla="*/ 1395034 w 1395033"/>
              <a:gd name="connsiteY2" fmla="*/ 228134 h 456268"/>
              <a:gd name="connsiteX3" fmla="*/ 697517 w 1395033"/>
              <a:gd name="connsiteY3" fmla="*/ 456268 h 456268"/>
              <a:gd name="connsiteX4" fmla="*/ 0 w 1395033"/>
              <a:gd name="connsiteY4" fmla="*/ 228134 h 4562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95033" h="456268" fill="none" extrusionOk="0">
                <a:moveTo>
                  <a:pt x="0" y="228134"/>
                </a:moveTo>
                <a:cubicBezTo>
                  <a:pt x="-44957" y="83721"/>
                  <a:pt x="295186" y="30904"/>
                  <a:pt x="697517" y="0"/>
                </a:cubicBezTo>
                <a:cubicBezTo>
                  <a:pt x="1093657" y="12530"/>
                  <a:pt x="1406992" y="114363"/>
                  <a:pt x="1395034" y="228134"/>
                </a:cubicBezTo>
                <a:cubicBezTo>
                  <a:pt x="1360406" y="343518"/>
                  <a:pt x="1104730" y="481657"/>
                  <a:pt x="697517" y="456268"/>
                </a:cubicBezTo>
                <a:cubicBezTo>
                  <a:pt x="305558" y="465368"/>
                  <a:pt x="-3139" y="351250"/>
                  <a:pt x="0" y="228134"/>
                </a:cubicBezTo>
                <a:close/>
              </a:path>
              <a:path w="1395033" h="456268" stroke="0" extrusionOk="0">
                <a:moveTo>
                  <a:pt x="0" y="228134"/>
                </a:moveTo>
                <a:cubicBezTo>
                  <a:pt x="21290" y="70803"/>
                  <a:pt x="342152" y="46809"/>
                  <a:pt x="697517" y="0"/>
                </a:cubicBezTo>
                <a:cubicBezTo>
                  <a:pt x="1077536" y="-14501"/>
                  <a:pt x="1400084" y="105159"/>
                  <a:pt x="1395034" y="228134"/>
                </a:cubicBezTo>
                <a:cubicBezTo>
                  <a:pt x="1389515" y="293901"/>
                  <a:pt x="1056970" y="467877"/>
                  <a:pt x="697517" y="456268"/>
                </a:cubicBezTo>
                <a:cubicBezTo>
                  <a:pt x="309837" y="444502"/>
                  <a:pt x="5455" y="361995"/>
                  <a:pt x="0" y="228134"/>
                </a:cubicBezTo>
                <a:close/>
              </a:path>
            </a:pathLst>
          </a:custGeom>
          <a:solidFill>
            <a:schemeClr val="accent2">
              <a:lumMod val="20000"/>
              <a:lumOff val="80000"/>
            </a:schemeClr>
          </a:solidFill>
          <a:ln>
            <a:solidFill>
              <a:srgbClr val="FF0000"/>
            </a:solidFill>
            <a:prstDash val="dashDot"/>
            <a:extLst>
              <a:ext uri="{C807C97D-BFC1-408E-A445-0C87EB9F89A2}">
                <ask:lineSketchStyleProps xmlns:ask="http://schemas.microsoft.com/office/drawing/2018/sketchyshapes" sd="1617256088">
                  <a:prstGeom prst="ellipse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mbcs.progression.mbc</a:t>
            </a:r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1F44BB3C-31D4-C62C-D7BD-5FE9BF29C850}"/>
              </a:ext>
            </a:extLst>
          </p:cNvPr>
          <p:cNvSpPr/>
          <p:nvPr/>
        </p:nvSpPr>
        <p:spPr>
          <a:xfrm>
            <a:off x="8648403" y="2710167"/>
            <a:ext cx="1078641" cy="456267"/>
          </a:xfrm>
          <a:custGeom>
            <a:avLst/>
            <a:gdLst>
              <a:gd name="connsiteX0" fmla="*/ 0 w 1078641"/>
              <a:gd name="connsiteY0" fmla="*/ 228134 h 456267"/>
              <a:gd name="connsiteX1" fmla="*/ 539321 w 1078641"/>
              <a:gd name="connsiteY1" fmla="*/ 0 h 456267"/>
              <a:gd name="connsiteX2" fmla="*/ 1078642 w 1078641"/>
              <a:gd name="connsiteY2" fmla="*/ 228134 h 456267"/>
              <a:gd name="connsiteX3" fmla="*/ 539321 w 1078641"/>
              <a:gd name="connsiteY3" fmla="*/ 456268 h 456267"/>
              <a:gd name="connsiteX4" fmla="*/ 0 w 1078641"/>
              <a:gd name="connsiteY4" fmla="*/ 228134 h 4562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78641" h="456267" fill="none" extrusionOk="0">
                <a:moveTo>
                  <a:pt x="0" y="228134"/>
                </a:moveTo>
                <a:cubicBezTo>
                  <a:pt x="45497" y="99253"/>
                  <a:pt x="228381" y="-8057"/>
                  <a:pt x="539321" y="0"/>
                </a:cubicBezTo>
                <a:cubicBezTo>
                  <a:pt x="844293" y="7534"/>
                  <a:pt x="1076753" y="100156"/>
                  <a:pt x="1078642" y="228134"/>
                </a:cubicBezTo>
                <a:cubicBezTo>
                  <a:pt x="1073014" y="365899"/>
                  <a:pt x="870076" y="416618"/>
                  <a:pt x="539321" y="456268"/>
                </a:cubicBezTo>
                <a:cubicBezTo>
                  <a:pt x="222486" y="444949"/>
                  <a:pt x="-2216" y="372490"/>
                  <a:pt x="0" y="228134"/>
                </a:cubicBezTo>
                <a:close/>
              </a:path>
              <a:path w="1078641" h="456267" stroke="0" extrusionOk="0">
                <a:moveTo>
                  <a:pt x="0" y="228134"/>
                </a:moveTo>
                <a:cubicBezTo>
                  <a:pt x="-2607" y="119518"/>
                  <a:pt x="241771" y="8014"/>
                  <a:pt x="539321" y="0"/>
                </a:cubicBezTo>
                <a:cubicBezTo>
                  <a:pt x="835153" y="2261"/>
                  <a:pt x="1074393" y="81734"/>
                  <a:pt x="1078642" y="228134"/>
                </a:cubicBezTo>
                <a:cubicBezTo>
                  <a:pt x="1083718" y="350235"/>
                  <a:pt x="793807" y="480572"/>
                  <a:pt x="539321" y="456268"/>
                </a:cubicBezTo>
                <a:cubicBezTo>
                  <a:pt x="224891" y="468371"/>
                  <a:pt x="11817" y="334192"/>
                  <a:pt x="0" y="228134"/>
                </a:cubicBezTo>
                <a:close/>
              </a:path>
            </a:pathLst>
          </a:cu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75000"/>
              </a:schemeClr>
            </a:solidFill>
            <a:prstDash val="dashDot"/>
            <a:extLst>
              <a:ext uri="{C807C97D-BFC1-408E-A445-0C87EB9F89A2}">
                <ask:lineSketchStyleProps xmlns:ask="http://schemas.microsoft.com/office/drawing/2018/sketchyshapes" sd="2998267428">
                  <a:prstGeom prst="ellipse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mbcs</a:t>
            </a:r>
            <a:r>
              <a:rPr lang="en-US" sz="1200" dirty="0">
                <a:solidFill>
                  <a:schemeClr val="tx1"/>
                </a:solidFill>
              </a:rPr>
              <a:t>. _2ndline</a:t>
            </a:r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25" name="Heptagon 24">
            <a:extLst>
              <a:ext uri="{FF2B5EF4-FFF2-40B4-BE49-F238E27FC236}">
                <a16:creationId xmlns:a16="http://schemas.microsoft.com/office/drawing/2014/main" id="{03FCB259-2FAB-597F-95A3-6B91DC7DF162}"/>
              </a:ext>
            </a:extLst>
          </p:cNvPr>
          <p:cNvSpPr/>
          <p:nvPr/>
        </p:nvSpPr>
        <p:spPr>
          <a:xfrm>
            <a:off x="10311677" y="5058483"/>
            <a:ext cx="891108" cy="408508"/>
          </a:xfrm>
          <a:custGeom>
            <a:avLst/>
            <a:gdLst>
              <a:gd name="connsiteX0" fmla="*/ -2 w 891108"/>
              <a:gd name="connsiteY0" fmla="*/ 262714 h 408508"/>
              <a:gd name="connsiteX1" fmla="*/ 88247 w 891108"/>
              <a:gd name="connsiteY1" fmla="*/ 80910 h 408508"/>
              <a:gd name="connsiteX2" fmla="*/ 445554 w 891108"/>
              <a:gd name="connsiteY2" fmla="*/ 0 h 408508"/>
              <a:gd name="connsiteX3" fmla="*/ 802861 w 891108"/>
              <a:gd name="connsiteY3" fmla="*/ 80910 h 408508"/>
              <a:gd name="connsiteX4" fmla="*/ 891110 w 891108"/>
              <a:gd name="connsiteY4" fmla="*/ 262714 h 408508"/>
              <a:gd name="connsiteX5" fmla="*/ 643843 w 891108"/>
              <a:gd name="connsiteY5" fmla="*/ 408510 h 408508"/>
              <a:gd name="connsiteX6" fmla="*/ 247265 w 891108"/>
              <a:gd name="connsiteY6" fmla="*/ 408510 h 408508"/>
              <a:gd name="connsiteX7" fmla="*/ -2 w 891108"/>
              <a:gd name="connsiteY7" fmla="*/ 262714 h 4085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91108" h="408508" fill="none" extrusionOk="0">
                <a:moveTo>
                  <a:pt x="-2" y="262714"/>
                </a:moveTo>
                <a:cubicBezTo>
                  <a:pt x="28273" y="173868"/>
                  <a:pt x="69631" y="108508"/>
                  <a:pt x="88247" y="80910"/>
                </a:cubicBezTo>
                <a:cubicBezTo>
                  <a:pt x="207408" y="84551"/>
                  <a:pt x="296709" y="31853"/>
                  <a:pt x="445554" y="0"/>
                </a:cubicBezTo>
                <a:cubicBezTo>
                  <a:pt x="612869" y="66726"/>
                  <a:pt x="736154" y="53978"/>
                  <a:pt x="802861" y="80910"/>
                </a:cubicBezTo>
                <a:cubicBezTo>
                  <a:pt x="832768" y="159182"/>
                  <a:pt x="888950" y="236904"/>
                  <a:pt x="891110" y="262714"/>
                </a:cubicBezTo>
                <a:cubicBezTo>
                  <a:pt x="796654" y="324521"/>
                  <a:pt x="733355" y="377381"/>
                  <a:pt x="643843" y="408510"/>
                </a:cubicBezTo>
                <a:cubicBezTo>
                  <a:pt x="603846" y="433721"/>
                  <a:pt x="375127" y="428258"/>
                  <a:pt x="247265" y="408510"/>
                </a:cubicBezTo>
                <a:cubicBezTo>
                  <a:pt x="166148" y="338382"/>
                  <a:pt x="53937" y="294733"/>
                  <a:pt x="-2" y="262714"/>
                </a:cubicBezTo>
                <a:close/>
              </a:path>
              <a:path w="891108" h="408508" stroke="0" extrusionOk="0">
                <a:moveTo>
                  <a:pt x="-2" y="262714"/>
                </a:moveTo>
                <a:cubicBezTo>
                  <a:pt x="8319" y="216208"/>
                  <a:pt x="43225" y="134400"/>
                  <a:pt x="88247" y="80910"/>
                </a:cubicBezTo>
                <a:cubicBezTo>
                  <a:pt x="220556" y="62073"/>
                  <a:pt x="357820" y="50620"/>
                  <a:pt x="445554" y="0"/>
                </a:cubicBezTo>
                <a:cubicBezTo>
                  <a:pt x="600483" y="34917"/>
                  <a:pt x="641236" y="32032"/>
                  <a:pt x="802861" y="80910"/>
                </a:cubicBezTo>
                <a:cubicBezTo>
                  <a:pt x="805836" y="117658"/>
                  <a:pt x="885869" y="219245"/>
                  <a:pt x="891110" y="262714"/>
                </a:cubicBezTo>
                <a:cubicBezTo>
                  <a:pt x="821151" y="274741"/>
                  <a:pt x="674066" y="367359"/>
                  <a:pt x="643843" y="408510"/>
                </a:cubicBezTo>
                <a:cubicBezTo>
                  <a:pt x="558849" y="424724"/>
                  <a:pt x="346963" y="421714"/>
                  <a:pt x="247265" y="408510"/>
                </a:cubicBezTo>
                <a:cubicBezTo>
                  <a:pt x="201713" y="382689"/>
                  <a:pt x="34854" y="309532"/>
                  <a:pt x="-2" y="262714"/>
                </a:cubicBez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50000"/>
              </a:schemeClr>
            </a:solidFill>
            <a:prstDash val="dashDot"/>
            <a:extLst>
              <a:ext uri="{C807C97D-BFC1-408E-A445-0C87EB9F89A2}">
                <ask:lineSketchStyleProps xmlns:ask="http://schemas.microsoft.com/office/drawing/2018/sketchyshapes" sd="1219033472">
                  <a:prstGeom prst="heptagon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2ndline_mbc</a:t>
            </a:r>
            <a:endParaRPr lang="en-GB" sz="1200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6" name="Heptagon 25">
            <a:extLst>
              <a:ext uri="{FF2B5EF4-FFF2-40B4-BE49-F238E27FC236}">
                <a16:creationId xmlns:a16="http://schemas.microsoft.com/office/drawing/2014/main" id="{83D0D528-5F20-5BB2-77F5-98D2A4D9818A}"/>
              </a:ext>
            </a:extLst>
          </p:cNvPr>
          <p:cNvSpPr/>
          <p:nvPr/>
        </p:nvSpPr>
        <p:spPr>
          <a:xfrm>
            <a:off x="9613172" y="2657632"/>
            <a:ext cx="891108" cy="461938"/>
          </a:xfrm>
          <a:custGeom>
            <a:avLst/>
            <a:gdLst>
              <a:gd name="connsiteX0" fmla="*/ -2 w 891108"/>
              <a:gd name="connsiteY0" fmla="*/ 297075 h 461938"/>
              <a:gd name="connsiteX1" fmla="*/ 88247 w 891108"/>
              <a:gd name="connsiteY1" fmla="*/ 91493 h 461938"/>
              <a:gd name="connsiteX2" fmla="*/ 445554 w 891108"/>
              <a:gd name="connsiteY2" fmla="*/ 0 h 461938"/>
              <a:gd name="connsiteX3" fmla="*/ 802861 w 891108"/>
              <a:gd name="connsiteY3" fmla="*/ 91493 h 461938"/>
              <a:gd name="connsiteX4" fmla="*/ 891110 w 891108"/>
              <a:gd name="connsiteY4" fmla="*/ 297075 h 461938"/>
              <a:gd name="connsiteX5" fmla="*/ 643843 w 891108"/>
              <a:gd name="connsiteY5" fmla="*/ 461940 h 461938"/>
              <a:gd name="connsiteX6" fmla="*/ 247265 w 891108"/>
              <a:gd name="connsiteY6" fmla="*/ 461940 h 461938"/>
              <a:gd name="connsiteX7" fmla="*/ -2 w 891108"/>
              <a:gd name="connsiteY7" fmla="*/ 297075 h 4619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91108" h="461938" fill="none" extrusionOk="0">
                <a:moveTo>
                  <a:pt x="-2" y="297075"/>
                </a:moveTo>
                <a:cubicBezTo>
                  <a:pt x="17305" y="269829"/>
                  <a:pt x="81103" y="154437"/>
                  <a:pt x="88247" y="91493"/>
                </a:cubicBezTo>
                <a:cubicBezTo>
                  <a:pt x="196064" y="90532"/>
                  <a:pt x="402797" y="13568"/>
                  <a:pt x="445554" y="0"/>
                </a:cubicBezTo>
                <a:cubicBezTo>
                  <a:pt x="511559" y="10815"/>
                  <a:pt x="698197" y="52713"/>
                  <a:pt x="802861" y="91493"/>
                </a:cubicBezTo>
                <a:cubicBezTo>
                  <a:pt x="841319" y="175752"/>
                  <a:pt x="861632" y="224954"/>
                  <a:pt x="891110" y="297075"/>
                </a:cubicBezTo>
                <a:cubicBezTo>
                  <a:pt x="813609" y="379619"/>
                  <a:pt x="721041" y="424002"/>
                  <a:pt x="643843" y="461940"/>
                </a:cubicBezTo>
                <a:cubicBezTo>
                  <a:pt x="603846" y="487151"/>
                  <a:pt x="375127" y="481688"/>
                  <a:pt x="247265" y="461940"/>
                </a:cubicBezTo>
                <a:cubicBezTo>
                  <a:pt x="158576" y="380598"/>
                  <a:pt x="51941" y="313700"/>
                  <a:pt x="-2" y="297075"/>
                </a:cubicBezTo>
                <a:close/>
              </a:path>
              <a:path w="891108" h="461938" stroke="0" extrusionOk="0">
                <a:moveTo>
                  <a:pt x="-2" y="297075"/>
                </a:moveTo>
                <a:cubicBezTo>
                  <a:pt x="14832" y="262994"/>
                  <a:pt x="54737" y="149172"/>
                  <a:pt x="88247" y="91493"/>
                </a:cubicBezTo>
                <a:cubicBezTo>
                  <a:pt x="148595" y="54290"/>
                  <a:pt x="354614" y="18743"/>
                  <a:pt x="445554" y="0"/>
                </a:cubicBezTo>
                <a:cubicBezTo>
                  <a:pt x="577023" y="20684"/>
                  <a:pt x="660741" y="34030"/>
                  <a:pt x="802861" y="91493"/>
                </a:cubicBezTo>
                <a:cubicBezTo>
                  <a:pt x="846231" y="187724"/>
                  <a:pt x="873765" y="224250"/>
                  <a:pt x="891110" y="297075"/>
                </a:cubicBezTo>
                <a:cubicBezTo>
                  <a:pt x="773568" y="352657"/>
                  <a:pt x="756111" y="372116"/>
                  <a:pt x="643843" y="461940"/>
                </a:cubicBezTo>
                <a:cubicBezTo>
                  <a:pt x="558849" y="478154"/>
                  <a:pt x="346963" y="475144"/>
                  <a:pt x="247265" y="461940"/>
                </a:cubicBezTo>
                <a:cubicBezTo>
                  <a:pt x="135665" y="363952"/>
                  <a:pt x="95864" y="369591"/>
                  <a:pt x="-2" y="297075"/>
                </a:cubicBez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50000"/>
              </a:schemeClr>
            </a:solidFill>
            <a:prstDash val="dashDot"/>
            <a:extLst>
              <a:ext uri="{C807C97D-BFC1-408E-A445-0C87EB9F89A2}">
                <ask:lineSketchStyleProps xmlns:ask="http://schemas.microsoft.com/office/drawing/2018/sketchyshapes" sd="1219033472">
                  <a:prstGeom prst="heptagon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2ndline_mbc</a:t>
            </a:r>
            <a:endParaRPr lang="en-GB" sz="1200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485CB998-A683-7212-62EB-72FC1212229B}"/>
              </a:ext>
            </a:extLst>
          </p:cNvPr>
          <p:cNvSpPr/>
          <p:nvPr/>
        </p:nvSpPr>
        <p:spPr>
          <a:xfrm>
            <a:off x="2267924" y="2169895"/>
            <a:ext cx="678314" cy="223035"/>
          </a:xfrm>
          <a:custGeom>
            <a:avLst/>
            <a:gdLst>
              <a:gd name="connsiteX0" fmla="*/ 0 w 678314"/>
              <a:gd name="connsiteY0" fmla="*/ 111518 h 223035"/>
              <a:gd name="connsiteX1" fmla="*/ 339157 w 678314"/>
              <a:gd name="connsiteY1" fmla="*/ 0 h 223035"/>
              <a:gd name="connsiteX2" fmla="*/ 678314 w 678314"/>
              <a:gd name="connsiteY2" fmla="*/ 111518 h 223035"/>
              <a:gd name="connsiteX3" fmla="*/ 339157 w 678314"/>
              <a:gd name="connsiteY3" fmla="*/ 223036 h 223035"/>
              <a:gd name="connsiteX4" fmla="*/ 0 w 678314"/>
              <a:gd name="connsiteY4" fmla="*/ 111518 h 2230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78314" h="223035" fill="none" extrusionOk="0">
                <a:moveTo>
                  <a:pt x="0" y="111518"/>
                </a:moveTo>
                <a:cubicBezTo>
                  <a:pt x="15551" y="35147"/>
                  <a:pt x="175286" y="1547"/>
                  <a:pt x="339157" y="0"/>
                </a:cubicBezTo>
                <a:cubicBezTo>
                  <a:pt x="527110" y="1098"/>
                  <a:pt x="676780" y="49895"/>
                  <a:pt x="678314" y="111518"/>
                </a:cubicBezTo>
                <a:cubicBezTo>
                  <a:pt x="688946" y="174650"/>
                  <a:pt x="511022" y="215987"/>
                  <a:pt x="339157" y="223036"/>
                </a:cubicBezTo>
                <a:cubicBezTo>
                  <a:pt x="142365" y="225865"/>
                  <a:pt x="510" y="172417"/>
                  <a:pt x="0" y="111518"/>
                </a:cubicBezTo>
                <a:close/>
              </a:path>
              <a:path w="678314" h="223035" stroke="0" extrusionOk="0">
                <a:moveTo>
                  <a:pt x="0" y="111518"/>
                </a:moveTo>
                <a:cubicBezTo>
                  <a:pt x="-6138" y="60697"/>
                  <a:pt x="140226" y="-4798"/>
                  <a:pt x="339157" y="0"/>
                </a:cubicBezTo>
                <a:cubicBezTo>
                  <a:pt x="532539" y="-896"/>
                  <a:pt x="674208" y="57407"/>
                  <a:pt x="678314" y="111518"/>
                </a:cubicBezTo>
                <a:cubicBezTo>
                  <a:pt x="654204" y="181166"/>
                  <a:pt x="510081" y="242414"/>
                  <a:pt x="339157" y="223036"/>
                </a:cubicBezTo>
                <a:cubicBezTo>
                  <a:pt x="153309" y="222089"/>
                  <a:pt x="-11205" y="175678"/>
                  <a:pt x="0" y="111518"/>
                </a:cubicBezTo>
                <a:close/>
              </a:path>
            </a:pathLst>
          </a:custGeom>
          <a:solidFill>
            <a:schemeClr val="accent2">
              <a:lumMod val="20000"/>
              <a:lumOff val="80000"/>
            </a:schemeClr>
          </a:solidFill>
          <a:ln>
            <a:solidFill>
              <a:srgbClr val="FF0000"/>
            </a:solidFill>
            <a:prstDash val="dashDot"/>
            <a:extLst>
              <a:ext uri="{C807C97D-BFC1-408E-A445-0C87EB9F89A2}">
                <ask:lineSketchStyleProps xmlns:ask="http://schemas.microsoft.com/office/drawing/2018/sketchyshapes" sd="981765707">
                  <a:prstGeom prst="ellipse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Idfs</a:t>
            </a:r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984C440C-089C-2738-FF81-7458735D3334}"/>
              </a:ext>
            </a:extLst>
          </p:cNvPr>
          <p:cNvSpPr/>
          <p:nvPr/>
        </p:nvSpPr>
        <p:spPr>
          <a:xfrm>
            <a:off x="1982174" y="5151220"/>
            <a:ext cx="678314" cy="223035"/>
          </a:xfrm>
          <a:custGeom>
            <a:avLst/>
            <a:gdLst>
              <a:gd name="connsiteX0" fmla="*/ 0 w 678314"/>
              <a:gd name="connsiteY0" fmla="*/ 111518 h 223035"/>
              <a:gd name="connsiteX1" fmla="*/ 339157 w 678314"/>
              <a:gd name="connsiteY1" fmla="*/ 0 h 223035"/>
              <a:gd name="connsiteX2" fmla="*/ 678314 w 678314"/>
              <a:gd name="connsiteY2" fmla="*/ 111518 h 223035"/>
              <a:gd name="connsiteX3" fmla="*/ 339157 w 678314"/>
              <a:gd name="connsiteY3" fmla="*/ 223036 h 223035"/>
              <a:gd name="connsiteX4" fmla="*/ 0 w 678314"/>
              <a:gd name="connsiteY4" fmla="*/ 111518 h 2230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78314" h="223035" fill="none" extrusionOk="0">
                <a:moveTo>
                  <a:pt x="0" y="111518"/>
                </a:moveTo>
                <a:cubicBezTo>
                  <a:pt x="15551" y="35147"/>
                  <a:pt x="175286" y="1547"/>
                  <a:pt x="339157" y="0"/>
                </a:cubicBezTo>
                <a:cubicBezTo>
                  <a:pt x="527110" y="1098"/>
                  <a:pt x="676780" y="49895"/>
                  <a:pt x="678314" y="111518"/>
                </a:cubicBezTo>
                <a:cubicBezTo>
                  <a:pt x="688946" y="174650"/>
                  <a:pt x="511022" y="215987"/>
                  <a:pt x="339157" y="223036"/>
                </a:cubicBezTo>
                <a:cubicBezTo>
                  <a:pt x="142365" y="225865"/>
                  <a:pt x="510" y="172417"/>
                  <a:pt x="0" y="111518"/>
                </a:cubicBezTo>
                <a:close/>
              </a:path>
              <a:path w="678314" h="223035" stroke="0" extrusionOk="0">
                <a:moveTo>
                  <a:pt x="0" y="111518"/>
                </a:moveTo>
                <a:cubicBezTo>
                  <a:pt x="-6138" y="60697"/>
                  <a:pt x="140226" y="-4798"/>
                  <a:pt x="339157" y="0"/>
                </a:cubicBezTo>
                <a:cubicBezTo>
                  <a:pt x="532539" y="-896"/>
                  <a:pt x="674208" y="57407"/>
                  <a:pt x="678314" y="111518"/>
                </a:cubicBezTo>
                <a:cubicBezTo>
                  <a:pt x="654204" y="181166"/>
                  <a:pt x="510081" y="242414"/>
                  <a:pt x="339157" y="223036"/>
                </a:cubicBezTo>
                <a:cubicBezTo>
                  <a:pt x="153309" y="222089"/>
                  <a:pt x="-11205" y="175678"/>
                  <a:pt x="0" y="111518"/>
                </a:cubicBezTo>
                <a:close/>
              </a:path>
            </a:pathLst>
          </a:custGeom>
          <a:solidFill>
            <a:schemeClr val="accent2">
              <a:lumMod val="20000"/>
              <a:lumOff val="80000"/>
            </a:schemeClr>
          </a:solidFill>
          <a:ln>
            <a:solidFill>
              <a:srgbClr val="FF0000"/>
            </a:solidFill>
            <a:prstDash val="dashDot"/>
            <a:extLst>
              <a:ext uri="{C807C97D-BFC1-408E-A445-0C87EB9F89A2}">
                <ask:lineSketchStyleProps xmlns:ask="http://schemas.microsoft.com/office/drawing/2018/sketchyshapes" sd="981765707">
                  <a:prstGeom prst="ellipse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Idfs</a:t>
            </a:r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16ABD6FD-9253-16C5-D363-8B4E7B8783B7}"/>
              </a:ext>
            </a:extLst>
          </p:cNvPr>
          <p:cNvSpPr/>
          <p:nvPr/>
        </p:nvSpPr>
        <p:spPr>
          <a:xfrm>
            <a:off x="3906224" y="5770345"/>
            <a:ext cx="678314" cy="223035"/>
          </a:xfrm>
          <a:custGeom>
            <a:avLst/>
            <a:gdLst>
              <a:gd name="connsiteX0" fmla="*/ 0 w 678314"/>
              <a:gd name="connsiteY0" fmla="*/ 111518 h 223035"/>
              <a:gd name="connsiteX1" fmla="*/ 339157 w 678314"/>
              <a:gd name="connsiteY1" fmla="*/ 0 h 223035"/>
              <a:gd name="connsiteX2" fmla="*/ 678314 w 678314"/>
              <a:gd name="connsiteY2" fmla="*/ 111518 h 223035"/>
              <a:gd name="connsiteX3" fmla="*/ 339157 w 678314"/>
              <a:gd name="connsiteY3" fmla="*/ 223036 h 223035"/>
              <a:gd name="connsiteX4" fmla="*/ 0 w 678314"/>
              <a:gd name="connsiteY4" fmla="*/ 111518 h 2230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78314" h="223035" fill="none" extrusionOk="0">
                <a:moveTo>
                  <a:pt x="0" y="111518"/>
                </a:moveTo>
                <a:cubicBezTo>
                  <a:pt x="15551" y="35147"/>
                  <a:pt x="175286" y="1547"/>
                  <a:pt x="339157" y="0"/>
                </a:cubicBezTo>
                <a:cubicBezTo>
                  <a:pt x="527110" y="1098"/>
                  <a:pt x="676780" y="49895"/>
                  <a:pt x="678314" y="111518"/>
                </a:cubicBezTo>
                <a:cubicBezTo>
                  <a:pt x="688946" y="174650"/>
                  <a:pt x="511022" y="215987"/>
                  <a:pt x="339157" y="223036"/>
                </a:cubicBezTo>
                <a:cubicBezTo>
                  <a:pt x="142365" y="225865"/>
                  <a:pt x="510" y="172417"/>
                  <a:pt x="0" y="111518"/>
                </a:cubicBezTo>
                <a:close/>
              </a:path>
              <a:path w="678314" h="223035" stroke="0" extrusionOk="0">
                <a:moveTo>
                  <a:pt x="0" y="111518"/>
                </a:moveTo>
                <a:cubicBezTo>
                  <a:pt x="-6138" y="60697"/>
                  <a:pt x="140226" y="-4798"/>
                  <a:pt x="339157" y="0"/>
                </a:cubicBezTo>
                <a:cubicBezTo>
                  <a:pt x="532539" y="-896"/>
                  <a:pt x="674208" y="57407"/>
                  <a:pt x="678314" y="111518"/>
                </a:cubicBezTo>
                <a:cubicBezTo>
                  <a:pt x="654204" y="181166"/>
                  <a:pt x="510081" y="242414"/>
                  <a:pt x="339157" y="223036"/>
                </a:cubicBezTo>
                <a:cubicBezTo>
                  <a:pt x="153309" y="222089"/>
                  <a:pt x="-11205" y="175678"/>
                  <a:pt x="0" y="111518"/>
                </a:cubicBezTo>
                <a:close/>
              </a:path>
            </a:pathLst>
          </a:custGeom>
          <a:solidFill>
            <a:schemeClr val="accent2">
              <a:lumMod val="20000"/>
              <a:lumOff val="80000"/>
            </a:schemeClr>
          </a:solidFill>
          <a:ln>
            <a:solidFill>
              <a:srgbClr val="FF0000"/>
            </a:solidFill>
            <a:prstDash val="dashDot"/>
            <a:extLst>
              <a:ext uri="{C807C97D-BFC1-408E-A445-0C87EB9F89A2}">
                <ask:lineSketchStyleProps xmlns:ask="http://schemas.microsoft.com/office/drawing/2018/sketchyshapes" sd="981765707">
                  <a:prstGeom prst="ellipse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Idfs</a:t>
            </a:r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85256FDF-1F84-3AF2-AC90-65F0B1851C56}"/>
              </a:ext>
            </a:extLst>
          </p:cNvPr>
          <p:cNvSpPr/>
          <p:nvPr/>
        </p:nvSpPr>
        <p:spPr>
          <a:xfrm>
            <a:off x="2257245" y="2487733"/>
            <a:ext cx="971550" cy="287757"/>
          </a:xfrm>
          <a:custGeom>
            <a:avLst/>
            <a:gdLst>
              <a:gd name="connsiteX0" fmla="*/ 0 w 971550"/>
              <a:gd name="connsiteY0" fmla="*/ 143879 h 287757"/>
              <a:gd name="connsiteX1" fmla="*/ 485775 w 971550"/>
              <a:gd name="connsiteY1" fmla="*/ 0 h 287757"/>
              <a:gd name="connsiteX2" fmla="*/ 971550 w 971550"/>
              <a:gd name="connsiteY2" fmla="*/ 143879 h 287757"/>
              <a:gd name="connsiteX3" fmla="*/ 485775 w 971550"/>
              <a:gd name="connsiteY3" fmla="*/ 287758 h 287757"/>
              <a:gd name="connsiteX4" fmla="*/ 0 w 971550"/>
              <a:gd name="connsiteY4" fmla="*/ 143879 h 2877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71550" h="287757" fill="none" extrusionOk="0">
                <a:moveTo>
                  <a:pt x="0" y="143879"/>
                </a:moveTo>
                <a:cubicBezTo>
                  <a:pt x="40681" y="79199"/>
                  <a:pt x="207772" y="38369"/>
                  <a:pt x="485775" y="0"/>
                </a:cubicBezTo>
                <a:cubicBezTo>
                  <a:pt x="760625" y="-8879"/>
                  <a:pt x="980142" y="60501"/>
                  <a:pt x="971550" y="143879"/>
                </a:cubicBezTo>
                <a:cubicBezTo>
                  <a:pt x="967471" y="192463"/>
                  <a:pt x="744174" y="277237"/>
                  <a:pt x="485775" y="287758"/>
                </a:cubicBezTo>
                <a:cubicBezTo>
                  <a:pt x="218854" y="275230"/>
                  <a:pt x="5303" y="226663"/>
                  <a:pt x="0" y="143879"/>
                </a:cubicBezTo>
                <a:close/>
              </a:path>
              <a:path w="971550" h="287757" stroke="0" extrusionOk="0">
                <a:moveTo>
                  <a:pt x="0" y="143879"/>
                </a:moveTo>
                <a:cubicBezTo>
                  <a:pt x="6600" y="80081"/>
                  <a:pt x="199556" y="-13371"/>
                  <a:pt x="485775" y="0"/>
                </a:cubicBezTo>
                <a:cubicBezTo>
                  <a:pt x="739520" y="1883"/>
                  <a:pt x="975339" y="63868"/>
                  <a:pt x="971550" y="143879"/>
                </a:cubicBezTo>
                <a:cubicBezTo>
                  <a:pt x="978973" y="221089"/>
                  <a:pt x="759726" y="282679"/>
                  <a:pt x="485775" y="287758"/>
                </a:cubicBezTo>
                <a:cubicBezTo>
                  <a:pt x="208120" y="288534"/>
                  <a:pt x="-2537" y="232239"/>
                  <a:pt x="0" y="143879"/>
                </a:cubicBezTo>
                <a:close/>
              </a:path>
            </a:pathLst>
          </a:custGeom>
          <a:solidFill>
            <a:schemeClr val="accent2">
              <a:lumMod val="20000"/>
              <a:lumOff val="80000"/>
            </a:schemeClr>
          </a:solidFill>
          <a:ln>
            <a:solidFill>
              <a:srgbClr val="FF0000"/>
            </a:solidFill>
            <a:prstDash val="dashDot"/>
            <a:extLst>
              <a:ext uri="{C807C97D-BFC1-408E-A445-0C87EB9F89A2}">
                <ask:lineSketchStyleProps xmlns:ask="http://schemas.microsoft.com/office/drawing/2018/sketchyshapes" sd="579111871">
                  <a:prstGeom prst="ellipse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 err="1">
                <a:solidFill>
                  <a:schemeClr val="tx1"/>
                </a:solidFill>
              </a:rPr>
              <a:t>tx.beva</a:t>
            </a:r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5B8A86FD-7B1B-2720-F33F-5807A1291F3F}"/>
              </a:ext>
            </a:extLst>
          </p:cNvPr>
          <p:cNvSpPr/>
          <p:nvPr/>
        </p:nvSpPr>
        <p:spPr>
          <a:xfrm>
            <a:off x="2331732" y="2755835"/>
            <a:ext cx="1061633" cy="287758"/>
          </a:xfrm>
          <a:custGeom>
            <a:avLst/>
            <a:gdLst>
              <a:gd name="connsiteX0" fmla="*/ 0 w 1061633"/>
              <a:gd name="connsiteY0" fmla="*/ 143879 h 287758"/>
              <a:gd name="connsiteX1" fmla="*/ 530817 w 1061633"/>
              <a:gd name="connsiteY1" fmla="*/ 0 h 287758"/>
              <a:gd name="connsiteX2" fmla="*/ 1061634 w 1061633"/>
              <a:gd name="connsiteY2" fmla="*/ 143879 h 287758"/>
              <a:gd name="connsiteX3" fmla="*/ 530817 w 1061633"/>
              <a:gd name="connsiteY3" fmla="*/ 287758 h 287758"/>
              <a:gd name="connsiteX4" fmla="*/ 0 w 1061633"/>
              <a:gd name="connsiteY4" fmla="*/ 143879 h 2877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61633" h="287758" fill="none" extrusionOk="0">
                <a:moveTo>
                  <a:pt x="0" y="143879"/>
                </a:moveTo>
                <a:cubicBezTo>
                  <a:pt x="33542" y="68396"/>
                  <a:pt x="246346" y="-17886"/>
                  <a:pt x="530817" y="0"/>
                </a:cubicBezTo>
                <a:cubicBezTo>
                  <a:pt x="811644" y="-1889"/>
                  <a:pt x="1059972" y="65982"/>
                  <a:pt x="1061634" y="143879"/>
                </a:cubicBezTo>
                <a:cubicBezTo>
                  <a:pt x="1057285" y="181866"/>
                  <a:pt x="800071" y="320983"/>
                  <a:pt x="530817" y="287758"/>
                </a:cubicBezTo>
                <a:cubicBezTo>
                  <a:pt x="239355" y="288710"/>
                  <a:pt x="10230" y="225801"/>
                  <a:pt x="0" y="143879"/>
                </a:cubicBezTo>
                <a:close/>
              </a:path>
              <a:path w="1061633" h="287758" stroke="0" extrusionOk="0">
                <a:moveTo>
                  <a:pt x="0" y="143879"/>
                </a:moveTo>
                <a:cubicBezTo>
                  <a:pt x="-8625" y="59097"/>
                  <a:pt x="219603" y="6775"/>
                  <a:pt x="530817" y="0"/>
                </a:cubicBezTo>
                <a:cubicBezTo>
                  <a:pt x="825306" y="279"/>
                  <a:pt x="1048437" y="64837"/>
                  <a:pt x="1061634" y="143879"/>
                </a:cubicBezTo>
                <a:cubicBezTo>
                  <a:pt x="1051447" y="233289"/>
                  <a:pt x="819143" y="314488"/>
                  <a:pt x="530817" y="287758"/>
                </a:cubicBezTo>
                <a:cubicBezTo>
                  <a:pt x="225041" y="280857"/>
                  <a:pt x="9577" y="227917"/>
                  <a:pt x="0" y="143879"/>
                </a:cubicBezTo>
                <a:close/>
              </a:path>
            </a:pathLst>
          </a:custGeom>
          <a:solidFill>
            <a:schemeClr val="accent2">
              <a:lumMod val="20000"/>
              <a:lumOff val="80000"/>
            </a:schemeClr>
          </a:solidFill>
          <a:ln>
            <a:solidFill>
              <a:srgbClr val="FF0000"/>
            </a:solidFill>
            <a:prstDash val="dashDot"/>
            <a:extLst>
              <a:ext uri="{C807C97D-BFC1-408E-A445-0C87EB9F89A2}">
                <ask:lineSketchStyleProps xmlns:ask="http://schemas.microsoft.com/office/drawing/2018/sketchyshapes" sd="1219033472">
                  <a:prstGeom prst="ellipse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Idfs.ontx</a:t>
            </a:r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32" name="Heptagon 31">
            <a:extLst>
              <a:ext uri="{FF2B5EF4-FFF2-40B4-BE49-F238E27FC236}">
                <a16:creationId xmlns:a16="http://schemas.microsoft.com/office/drawing/2014/main" id="{479C3AC5-42C5-9E81-5288-61B955ECA03A}"/>
              </a:ext>
            </a:extLst>
          </p:cNvPr>
          <p:cNvSpPr/>
          <p:nvPr/>
        </p:nvSpPr>
        <p:spPr>
          <a:xfrm>
            <a:off x="3060880" y="2488999"/>
            <a:ext cx="607819" cy="399578"/>
          </a:xfrm>
          <a:custGeom>
            <a:avLst/>
            <a:gdLst>
              <a:gd name="connsiteX0" fmla="*/ -2 w 607819"/>
              <a:gd name="connsiteY0" fmla="*/ 256971 h 399578"/>
              <a:gd name="connsiteX1" fmla="*/ 60193 w 607819"/>
              <a:gd name="connsiteY1" fmla="*/ 79142 h 399578"/>
              <a:gd name="connsiteX2" fmla="*/ 303910 w 607819"/>
              <a:gd name="connsiteY2" fmla="*/ 0 h 399578"/>
              <a:gd name="connsiteX3" fmla="*/ 547626 w 607819"/>
              <a:gd name="connsiteY3" fmla="*/ 79142 h 399578"/>
              <a:gd name="connsiteX4" fmla="*/ 607821 w 607819"/>
              <a:gd name="connsiteY4" fmla="*/ 256971 h 399578"/>
              <a:gd name="connsiteX5" fmla="*/ 439161 w 607819"/>
              <a:gd name="connsiteY5" fmla="*/ 399580 h 399578"/>
              <a:gd name="connsiteX6" fmla="*/ 168658 w 607819"/>
              <a:gd name="connsiteY6" fmla="*/ 399580 h 399578"/>
              <a:gd name="connsiteX7" fmla="*/ -2 w 607819"/>
              <a:gd name="connsiteY7" fmla="*/ 256971 h 3995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07819" h="399578" fill="none" extrusionOk="0">
                <a:moveTo>
                  <a:pt x="-2" y="256971"/>
                </a:moveTo>
                <a:cubicBezTo>
                  <a:pt x="11056" y="212928"/>
                  <a:pt x="57916" y="102994"/>
                  <a:pt x="60193" y="79142"/>
                </a:cubicBezTo>
                <a:cubicBezTo>
                  <a:pt x="119350" y="78653"/>
                  <a:pt x="242135" y="24968"/>
                  <a:pt x="303910" y="0"/>
                </a:cubicBezTo>
                <a:cubicBezTo>
                  <a:pt x="389143" y="4178"/>
                  <a:pt x="497244" y="53400"/>
                  <a:pt x="547626" y="79142"/>
                </a:cubicBezTo>
                <a:cubicBezTo>
                  <a:pt x="568759" y="105793"/>
                  <a:pt x="577268" y="176373"/>
                  <a:pt x="607821" y="256971"/>
                </a:cubicBezTo>
                <a:cubicBezTo>
                  <a:pt x="569722" y="288147"/>
                  <a:pt x="481495" y="371708"/>
                  <a:pt x="439161" y="399580"/>
                </a:cubicBezTo>
                <a:cubicBezTo>
                  <a:pt x="365142" y="398606"/>
                  <a:pt x="287467" y="396350"/>
                  <a:pt x="168658" y="399580"/>
                </a:cubicBezTo>
                <a:cubicBezTo>
                  <a:pt x="87738" y="327644"/>
                  <a:pt x="34917" y="289117"/>
                  <a:pt x="-2" y="256971"/>
                </a:cubicBezTo>
                <a:close/>
              </a:path>
              <a:path w="607819" h="399578" stroke="0" extrusionOk="0">
                <a:moveTo>
                  <a:pt x="-2" y="256971"/>
                </a:moveTo>
                <a:cubicBezTo>
                  <a:pt x="42569" y="175485"/>
                  <a:pt x="47171" y="117764"/>
                  <a:pt x="60193" y="79142"/>
                </a:cubicBezTo>
                <a:cubicBezTo>
                  <a:pt x="132610" y="38188"/>
                  <a:pt x="205504" y="26242"/>
                  <a:pt x="303910" y="0"/>
                </a:cubicBezTo>
                <a:cubicBezTo>
                  <a:pt x="370504" y="-1187"/>
                  <a:pt x="428588" y="40263"/>
                  <a:pt x="547626" y="79142"/>
                </a:cubicBezTo>
                <a:cubicBezTo>
                  <a:pt x="574468" y="140420"/>
                  <a:pt x="604651" y="219027"/>
                  <a:pt x="607821" y="256971"/>
                </a:cubicBezTo>
                <a:cubicBezTo>
                  <a:pt x="584484" y="283674"/>
                  <a:pt x="472184" y="346321"/>
                  <a:pt x="439161" y="399580"/>
                </a:cubicBezTo>
                <a:cubicBezTo>
                  <a:pt x="402153" y="392099"/>
                  <a:pt x="247867" y="412855"/>
                  <a:pt x="168658" y="399580"/>
                </a:cubicBezTo>
                <a:cubicBezTo>
                  <a:pt x="116008" y="346639"/>
                  <a:pt x="62022" y="335296"/>
                  <a:pt x="-2" y="256971"/>
                </a:cubicBez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50000"/>
              </a:schemeClr>
            </a:solidFill>
            <a:prstDash val="dashDot"/>
            <a:extLst>
              <a:ext uri="{C807C97D-BFC1-408E-A445-0C87EB9F89A2}">
                <ask:lineSketchStyleProps xmlns:ask="http://schemas.microsoft.com/office/drawing/2018/sketchyshapes" sd="1219033472">
                  <a:prstGeom prst="heptagon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AE</a:t>
            </a:r>
            <a:endParaRPr lang="en-GB" sz="1200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732E6AC3-8BBE-C660-55F8-50A5737F5777}"/>
              </a:ext>
            </a:extLst>
          </p:cNvPr>
          <p:cNvSpPr/>
          <p:nvPr/>
        </p:nvSpPr>
        <p:spPr>
          <a:xfrm>
            <a:off x="7537042" y="367311"/>
            <a:ext cx="828115" cy="335092"/>
          </a:xfrm>
          <a:custGeom>
            <a:avLst/>
            <a:gdLst>
              <a:gd name="connsiteX0" fmla="*/ 0 w 828115"/>
              <a:gd name="connsiteY0" fmla="*/ 167546 h 335092"/>
              <a:gd name="connsiteX1" fmla="*/ 414058 w 828115"/>
              <a:gd name="connsiteY1" fmla="*/ 0 h 335092"/>
              <a:gd name="connsiteX2" fmla="*/ 828116 w 828115"/>
              <a:gd name="connsiteY2" fmla="*/ 167546 h 335092"/>
              <a:gd name="connsiteX3" fmla="*/ 414058 w 828115"/>
              <a:gd name="connsiteY3" fmla="*/ 335092 h 335092"/>
              <a:gd name="connsiteX4" fmla="*/ 0 w 828115"/>
              <a:gd name="connsiteY4" fmla="*/ 167546 h 3350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28115" h="335092" fill="none" extrusionOk="0">
                <a:moveTo>
                  <a:pt x="0" y="167546"/>
                </a:moveTo>
                <a:cubicBezTo>
                  <a:pt x="8711" y="76046"/>
                  <a:pt x="188039" y="-5472"/>
                  <a:pt x="414058" y="0"/>
                </a:cubicBezTo>
                <a:cubicBezTo>
                  <a:pt x="624469" y="-2797"/>
                  <a:pt x="819660" y="82974"/>
                  <a:pt x="828116" y="167546"/>
                </a:cubicBezTo>
                <a:cubicBezTo>
                  <a:pt x="826576" y="245397"/>
                  <a:pt x="629081" y="354068"/>
                  <a:pt x="414058" y="335092"/>
                </a:cubicBezTo>
                <a:cubicBezTo>
                  <a:pt x="200110" y="343338"/>
                  <a:pt x="1864" y="260527"/>
                  <a:pt x="0" y="167546"/>
                </a:cubicBezTo>
                <a:close/>
              </a:path>
              <a:path w="828115" h="335092" stroke="0" extrusionOk="0">
                <a:moveTo>
                  <a:pt x="0" y="167546"/>
                </a:moveTo>
                <a:cubicBezTo>
                  <a:pt x="-10962" y="68251"/>
                  <a:pt x="174825" y="3962"/>
                  <a:pt x="414058" y="0"/>
                </a:cubicBezTo>
                <a:cubicBezTo>
                  <a:pt x="656653" y="2930"/>
                  <a:pt x="811804" y="75532"/>
                  <a:pt x="828116" y="167546"/>
                </a:cubicBezTo>
                <a:cubicBezTo>
                  <a:pt x="822151" y="265904"/>
                  <a:pt x="639034" y="355555"/>
                  <a:pt x="414058" y="335092"/>
                </a:cubicBezTo>
                <a:cubicBezTo>
                  <a:pt x="183450" y="334036"/>
                  <a:pt x="10539" y="265115"/>
                  <a:pt x="0" y="167546"/>
                </a:cubicBezTo>
                <a:close/>
              </a:path>
            </a:pathLst>
          </a:cu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75000"/>
              </a:schemeClr>
            </a:solidFill>
            <a:prstDash val="dashDot"/>
            <a:extLst>
              <a:ext uri="{C807C97D-BFC1-408E-A445-0C87EB9F89A2}">
                <ask:lineSketchStyleProps xmlns:ask="http://schemas.microsoft.com/office/drawing/2018/sketchyshapes" sd="1219033472">
                  <a:prstGeom prst="ellipse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flag =1</a:t>
            </a:r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CFD253D3-697F-6960-2C94-C6A85994168E}"/>
              </a:ext>
            </a:extLst>
          </p:cNvPr>
          <p:cNvSpPr/>
          <p:nvPr/>
        </p:nvSpPr>
        <p:spPr>
          <a:xfrm>
            <a:off x="8585887" y="390978"/>
            <a:ext cx="738033" cy="334919"/>
          </a:xfrm>
          <a:custGeom>
            <a:avLst/>
            <a:gdLst>
              <a:gd name="connsiteX0" fmla="*/ 0 w 738033"/>
              <a:gd name="connsiteY0" fmla="*/ 167460 h 334919"/>
              <a:gd name="connsiteX1" fmla="*/ 369017 w 738033"/>
              <a:gd name="connsiteY1" fmla="*/ 0 h 334919"/>
              <a:gd name="connsiteX2" fmla="*/ 738034 w 738033"/>
              <a:gd name="connsiteY2" fmla="*/ 167460 h 334919"/>
              <a:gd name="connsiteX3" fmla="*/ 369017 w 738033"/>
              <a:gd name="connsiteY3" fmla="*/ 334920 h 334919"/>
              <a:gd name="connsiteX4" fmla="*/ 0 w 738033"/>
              <a:gd name="connsiteY4" fmla="*/ 167460 h 3349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38033" h="334919" fill="none" extrusionOk="0">
                <a:moveTo>
                  <a:pt x="0" y="167460"/>
                </a:moveTo>
                <a:cubicBezTo>
                  <a:pt x="25741" y="84328"/>
                  <a:pt x="157778" y="29366"/>
                  <a:pt x="369017" y="0"/>
                </a:cubicBezTo>
                <a:cubicBezTo>
                  <a:pt x="581258" y="-11414"/>
                  <a:pt x="747646" y="70594"/>
                  <a:pt x="738034" y="167460"/>
                </a:cubicBezTo>
                <a:cubicBezTo>
                  <a:pt x="733413" y="224966"/>
                  <a:pt x="559032" y="320249"/>
                  <a:pt x="369017" y="334920"/>
                </a:cubicBezTo>
                <a:cubicBezTo>
                  <a:pt x="165367" y="333521"/>
                  <a:pt x="15104" y="269406"/>
                  <a:pt x="0" y="167460"/>
                </a:cubicBezTo>
                <a:close/>
              </a:path>
              <a:path w="738033" h="334919" stroke="0" extrusionOk="0">
                <a:moveTo>
                  <a:pt x="0" y="167460"/>
                </a:moveTo>
                <a:cubicBezTo>
                  <a:pt x="1780" y="79200"/>
                  <a:pt x="161658" y="-2652"/>
                  <a:pt x="369017" y="0"/>
                </a:cubicBezTo>
                <a:cubicBezTo>
                  <a:pt x="563313" y="1231"/>
                  <a:pt x="742844" y="74277"/>
                  <a:pt x="738034" y="167460"/>
                </a:cubicBezTo>
                <a:cubicBezTo>
                  <a:pt x="772685" y="249433"/>
                  <a:pt x="586682" y="322490"/>
                  <a:pt x="369017" y="334920"/>
                </a:cubicBezTo>
                <a:cubicBezTo>
                  <a:pt x="154485" y="335809"/>
                  <a:pt x="-2044" y="267116"/>
                  <a:pt x="0" y="167460"/>
                </a:cubicBezTo>
                <a:close/>
              </a:path>
            </a:pathLst>
          </a:custGeom>
          <a:solidFill>
            <a:schemeClr val="accent2">
              <a:lumMod val="20000"/>
              <a:lumOff val="80000"/>
            </a:schemeClr>
          </a:solidFill>
          <a:ln>
            <a:solidFill>
              <a:srgbClr val="FF0000"/>
            </a:solidFill>
            <a:prstDash val="dashDot"/>
            <a:extLst>
              <a:ext uri="{C807C97D-BFC1-408E-A445-0C87EB9F89A2}">
                <ask:lineSketchStyleProps xmlns:ask="http://schemas.microsoft.com/office/drawing/2018/sketchyshapes" sd="579111871">
                  <a:prstGeom prst="ellipse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Flag = 0</a:t>
            </a:r>
          </a:p>
        </p:txBody>
      </p:sp>
      <p:sp>
        <p:nvSpPr>
          <p:cNvPr id="35" name="Heptagon 34">
            <a:extLst>
              <a:ext uri="{FF2B5EF4-FFF2-40B4-BE49-F238E27FC236}">
                <a16:creationId xmlns:a16="http://schemas.microsoft.com/office/drawing/2014/main" id="{B11454E3-D580-71E6-7109-4F216A51080D}"/>
              </a:ext>
            </a:extLst>
          </p:cNvPr>
          <p:cNvSpPr/>
          <p:nvPr/>
        </p:nvSpPr>
        <p:spPr>
          <a:xfrm>
            <a:off x="9576867" y="317389"/>
            <a:ext cx="891108" cy="452254"/>
          </a:xfrm>
          <a:custGeom>
            <a:avLst/>
            <a:gdLst>
              <a:gd name="connsiteX0" fmla="*/ -2 w 891108"/>
              <a:gd name="connsiteY0" fmla="*/ 290848 h 452254"/>
              <a:gd name="connsiteX1" fmla="*/ 88247 w 891108"/>
              <a:gd name="connsiteY1" fmla="*/ 89575 h 452254"/>
              <a:gd name="connsiteX2" fmla="*/ 445554 w 891108"/>
              <a:gd name="connsiteY2" fmla="*/ 0 h 452254"/>
              <a:gd name="connsiteX3" fmla="*/ 802861 w 891108"/>
              <a:gd name="connsiteY3" fmla="*/ 89575 h 452254"/>
              <a:gd name="connsiteX4" fmla="*/ 891110 w 891108"/>
              <a:gd name="connsiteY4" fmla="*/ 290848 h 452254"/>
              <a:gd name="connsiteX5" fmla="*/ 643843 w 891108"/>
              <a:gd name="connsiteY5" fmla="*/ 452256 h 452254"/>
              <a:gd name="connsiteX6" fmla="*/ 247265 w 891108"/>
              <a:gd name="connsiteY6" fmla="*/ 452256 h 452254"/>
              <a:gd name="connsiteX7" fmla="*/ -2 w 891108"/>
              <a:gd name="connsiteY7" fmla="*/ 290848 h 4522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91108" h="452254" fill="none" extrusionOk="0">
                <a:moveTo>
                  <a:pt x="-2" y="290848"/>
                </a:moveTo>
                <a:cubicBezTo>
                  <a:pt x="30456" y="223782"/>
                  <a:pt x="66703" y="162035"/>
                  <a:pt x="88247" y="89575"/>
                </a:cubicBezTo>
                <a:cubicBezTo>
                  <a:pt x="260372" y="37079"/>
                  <a:pt x="345855" y="27708"/>
                  <a:pt x="445554" y="0"/>
                </a:cubicBezTo>
                <a:cubicBezTo>
                  <a:pt x="554181" y="11467"/>
                  <a:pt x="702370" y="47124"/>
                  <a:pt x="802861" y="89575"/>
                </a:cubicBezTo>
                <a:cubicBezTo>
                  <a:pt x="826624" y="153555"/>
                  <a:pt x="877610" y="212093"/>
                  <a:pt x="891110" y="290848"/>
                </a:cubicBezTo>
                <a:cubicBezTo>
                  <a:pt x="799134" y="367847"/>
                  <a:pt x="723488" y="421484"/>
                  <a:pt x="643843" y="452256"/>
                </a:cubicBezTo>
                <a:cubicBezTo>
                  <a:pt x="603846" y="477467"/>
                  <a:pt x="375127" y="472004"/>
                  <a:pt x="247265" y="452256"/>
                </a:cubicBezTo>
                <a:cubicBezTo>
                  <a:pt x="148371" y="401560"/>
                  <a:pt x="128682" y="360513"/>
                  <a:pt x="-2" y="290848"/>
                </a:cubicBezTo>
                <a:close/>
              </a:path>
              <a:path w="891108" h="452254" stroke="0" extrusionOk="0">
                <a:moveTo>
                  <a:pt x="-2" y="290848"/>
                </a:moveTo>
                <a:cubicBezTo>
                  <a:pt x="49355" y="210536"/>
                  <a:pt x="58224" y="124078"/>
                  <a:pt x="88247" y="89575"/>
                </a:cubicBezTo>
                <a:cubicBezTo>
                  <a:pt x="177404" y="96259"/>
                  <a:pt x="317979" y="26051"/>
                  <a:pt x="445554" y="0"/>
                </a:cubicBezTo>
                <a:cubicBezTo>
                  <a:pt x="618780" y="63713"/>
                  <a:pt x="720377" y="54121"/>
                  <a:pt x="802861" y="89575"/>
                </a:cubicBezTo>
                <a:cubicBezTo>
                  <a:pt x="838938" y="145030"/>
                  <a:pt x="884131" y="264460"/>
                  <a:pt x="891110" y="290848"/>
                </a:cubicBezTo>
                <a:cubicBezTo>
                  <a:pt x="824654" y="364674"/>
                  <a:pt x="705873" y="407641"/>
                  <a:pt x="643843" y="452256"/>
                </a:cubicBezTo>
                <a:cubicBezTo>
                  <a:pt x="558849" y="468470"/>
                  <a:pt x="346963" y="465460"/>
                  <a:pt x="247265" y="452256"/>
                </a:cubicBezTo>
                <a:cubicBezTo>
                  <a:pt x="148561" y="396741"/>
                  <a:pt x="126440" y="346900"/>
                  <a:pt x="-2" y="290848"/>
                </a:cubicBez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50000"/>
              </a:schemeClr>
            </a:solidFill>
            <a:prstDash val="dashDot"/>
            <a:extLst>
              <a:ext uri="{C807C97D-BFC1-408E-A445-0C87EB9F89A2}">
                <ask:lineSketchStyleProps xmlns:ask="http://schemas.microsoft.com/office/drawing/2018/sketchyshapes" sd="1219033472">
                  <a:prstGeom prst="heptagon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new event</a:t>
            </a:r>
            <a:endParaRPr lang="en-GB" sz="1200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9BE825E4-7D41-E6BE-0E4D-497FFEA2FA7C}"/>
              </a:ext>
            </a:extLst>
          </p:cNvPr>
          <p:cNvSpPr/>
          <p:nvPr/>
        </p:nvSpPr>
        <p:spPr>
          <a:xfrm>
            <a:off x="2331732" y="4305949"/>
            <a:ext cx="1242670" cy="269111"/>
          </a:xfrm>
          <a:custGeom>
            <a:avLst/>
            <a:gdLst>
              <a:gd name="connsiteX0" fmla="*/ 0 w 1242670"/>
              <a:gd name="connsiteY0" fmla="*/ 134556 h 269111"/>
              <a:gd name="connsiteX1" fmla="*/ 621335 w 1242670"/>
              <a:gd name="connsiteY1" fmla="*/ 0 h 269111"/>
              <a:gd name="connsiteX2" fmla="*/ 1242670 w 1242670"/>
              <a:gd name="connsiteY2" fmla="*/ 134556 h 269111"/>
              <a:gd name="connsiteX3" fmla="*/ 621335 w 1242670"/>
              <a:gd name="connsiteY3" fmla="*/ 269112 h 269111"/>
              <a:gd name="connsiteX4" fmla="*/ 0 w 1242670"/>
              <a:gd name="connsiteY4" fmla="*/ 134556 h 2691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2670" h="269111" fill="none" extrusionOk="0">
                <a:moveTo>
                  <a:pt x="0" y="134556"/>
                </a:moveTo>
                <a:cubicBezTo>
                  <a:pt x="21363" y="62777"/>
                  <a:pt x="299179" y="-43213"/>
                  <a:pt x="621335" y="0"/>
                </a:cubicBezTo>
                <a:cubicBezTo>
                  <a:pt x="961041" y="-528"/>
                  <a:pt x="1236886" y="65689"/>
                  <a:pt x="1242670" y="134556"/>
                </a:cubicBezTo>
                <a:cubicBezTo>
                  <a:pt x="1237682" y="161303"/>
                  <a:pt x="953686" y="284125"/>
                  <a:pt x="621335" y="269112"/>
                </a:cubicBezTo>
                <a:cubicBezTo>
                  <a:pt x="281487" y="270963"/>
                  <a:pt x="5247" y="210130"/>
                  <a:pt x="0" y="134556"/>
                </a:cubicBezTo>
                <a:close/>
              </a:path>
              <a:path w="1242670" h="269111" stroke="0" extrusionOk="0">
                <a:moveTo>
                  <a:pt x="0" y="134556"/>
                </a:moveTo>
                <a:cubicBezTo>
                  <a:pt x="-42292" y="34156"/>
                  <a:pt x="245140" y="12401"/>
                  <a:pt x="621335" y="0"/>
                </a:cubicBezTo>
                <a:cubicBezTo>
                  <a:pt x="974400" y="2086"/>
                  <a:pt x="1230125" y="60642"/>
                  <a:pt x="1242670" y="134556"/>
                </a:cubicBezTo>
                <a:cubicBezTo>
                  <a:pt x="1205753" y="244921"/>
                  <a:pt x="955824" y="317004"/>
                  <a:pt x="621335" y="269112"/>
                </a:cubicBezTo>
                <a:cubicBezTo>
                  <a:pt x="266576" y="262763"/>
                  <a:pt x="6937" y="212184"/>
                  <a:pt x="0" y="134556"/>
                </a:cubicBezTo>
                <a:close/>
              </a:path>
            </a:pathLst>
          </a:cu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75000"/>
              </a:schemeClr>
            </a:solidFill>
            <a:prstDash val="dashDot"/>
            <a:extLst>
              <a:ext uri="{C807C97D-BFC1-408E-A445-0C87EB9F89A2}">
                <ask:lineSketchStyleProps xmlns:ask="http://schemas.microsoft.com/office/drawing/2018/sketchyshapes" sd="1219033472">
                  <a:prstGeom prst="ellipse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Remission</a:t>
            </a:r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E908DBB1-0C16-482B-A354-9DE9B7C37CC3}"/>
              </a:ext>
            </a:extLst>
          </p:cNvPr>
          <p:cNvSpPr/>
          <p:nvPr/>
        </p:nvSpPr>
        <p:spPr>
          <a:xfrm>
            <a:off x="4141692" y="1860039"/>
            <a:ext cx="1286914" cy="302615"/>
          </a:xfrm>
          <a:custGeom>
            <a:avLst/>
            <a:gdLst>
              <a:gd name="connsiteX0" fmla="*/ 0 w 1286914"/>
              <a:gd name="connsiteY0" fmla="*/ 151308 h 302615"/>
              <a:gd name="connsiteX1" fmla="*/ 643457 w 1286914"/>
              <a:gd name="connsiteY1" fmla="*/ 0 h 302615"/>
              <a:gd name="connsiteX2" fmla="*/ 1286914 w 1286914"/>
              <a:gd name="connsiteY2" fmla="*/ 151308 h 302615"/>
              <a:gd name="connsiteX3" fmla="*/ 643457 w 1286914"/>
              <a:gd name="connsiteY3" fmla="*/ 302616 h 302615"/>
              <a:gd name="connsiteX4" fmla="*/ 0 w 1286914"/>
              <a:gd name="connsiteY4" fmla="*/ 151308 h 3026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86914" h="302615" fill="none" extrusionOk="0">
                <a:moveTo>
                  <a:pt x="0" y="151308"/>
                </a:moveTo>
                <a:cubicBezTo>
                  <a:pt x="1822" y="62394"/>
                  <a:pt x="315197" y="-16228"/>
                  <a:pt x="643457" y="0"/>
                </a:cubicBezTo>
                <a:cubicBezTo>
                  <a:pt x="990473" y="5671"/>
                  <a:pt x="1290522" y="70429"/>
                  <a:pt x="1286914" y="151308"/>
                </a:cubicBezTo>
                <a:cubicBezTo>
                  <a:pt x="1279295" y="270914"/>
                  <a:pt x="978304" y="292688"/>
                  <a:pt x="643457" y="302616"/>
                </a:cubicBezTo>
                <a:cubicBezTo>
                  <a:pt x="287329" y="286576"/>
                  <a:pt x="12510" y="241793"/>
                  <a:pt x="0" y="151308"/>
                </a:cubicBezTo>
                <a:close/>
              </a:path>
              <a:path w="1286914" h="302615" stroke="0" extrusionOk="0">
                <a:moveTo>
                  <a:pt x="0" y="151308"/>
                </a:moveTo>
                <a:cubicBezTo>
                  <a:pt x="48143" y="73720"/>
                  <a:pt x="288943" y="8815"/>
                  <a:pt x="643457" y="0"/>
                </a:cubicBezTo>
                <a:cubicBezTo>
                  <a:pt x="998747" y="-1003"/>
                  <a:pt x="1293060" y="63748"/>
                  <a:pt x="1286914" y="151308"/>
                </a:cubicBezTo>
                <a:cubicBezTo>
                  <a:pt x="1308600" y="257376"/>
                  <a:pt x="983681" y="245884"/>
                  <a:pt x="643457" y="302616"/>
                </a:cubicBezTo>
                <a:cubicBezTo>
                  <a:pt x="278872" y="306494"/>
                  <a:pt x="6864" y="246906"/>
                  <a:pt x="0" y="151308"/>
                </a:cubicBezTo>
                <a:close/>
              </a:path>
            </a:pathLst>
          </a:cu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75000"/>
              </a:schemeClr>
            </a:solidFill>
            <a:prstDash val="dashDot"/>
            <a:extLst>
              <a:ext uri="{C807C97D-BFC1-408E-A445-0C87EB9F89A2}">
                <ask:lineSketchStyleProps xmlns:ask="http://schemas.microsoft.com/office/drawing/2018/sketchyshapes" sd="878760193">
                  <a:prstGeom prst="ellipse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recurrence </a:t>
            </a:r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5FDA7D55-F888-4CF8-8D82-759EB3B430F5}"/>
              </a:ext>
            </a:extLst>
          </p:cNvPr>
          <p:cNvSpPr/>
          <p:nvPr/>
        </p:nvSpPr>
        <p:spPr>
          <a:xfrm>
            <a:off x="3228795" y="1803685"/>
            <a:ext cx="1242670" cy="269111"/>
          </a:xfrm>
          <a:custGeom>
            <a:avLst/>
            <a:gdLst>
              <a:gd name="connsiteX0" fmla="*/ 0 w 1242670"/>
              <a:gd name="connsiteY0" fmla="*/ 134556 h 269111"/>
              <a:gd name="connsiteX1" fmla="*/ 621335 w 1242670"/>
              <a:gd name="connsiteY1" fmla="*/ 0 h 269111"/>
              <a:gd name="connsiteX2" fmla="*/ 1242670 w 1242670"/>
              <a:gd name="connsiteY2" fmla="*/ 134556 h 269111"/>
              <a:gd name="connsiteX3" fmla="*/ 621335 w 1242670"/>
              <a:gd name="connsiteY3" fmla="*/ 269112 h 269111"/>
              <a:gd name="connsiteX4" fmla="*/ 0 w 1242670"/>
              <a:gd name="connsiteY4" fmla="*/ 134556 h 2691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2670" h="269111" fill="none" extrusionOk="0">
                <a:moveTo>
                  <a:pt x="0" y="134556"/>
                </a:moveTo>
                <a:cubicBezTo>
                  <a:pt x="21363" y="62777"/>
                  <a:pt x="299179" y="-43213"/>
                  <a:pt x="621335" y="0"/>
                </a:cubicBezTo>
                <a:cubicBezTo>
                  <a:pt x="961041" y="-528"/>
                  <a:pt x="1236886" y="65689"/>
                  <a:pt x="1242670" y="134556"/>
                </a:cubicBezTo>
                <a:cubicBezTo>
                  <a:pt x="1237682" y="161303"/>
                  <a:pt x="953686" y="284125"/>
                  <a:pt x="621335" y="269112"/>
                </a:cubicBezTo>
                <a:cubicBezTo>
                  <a:pt x="281487" y="270963"/>
                  <a:pt x="5247" y="210130"/>
                  <a:pt x="0" y="134556"/>
                </a:cubicBezTo>
                <a:close/>
              </a:path>
              <a:path w="1242670" h="269111" stroke="0" extrusionOk="0">
                <a:moveTo>
                  <a:pt x="0" y="134556"/>
                </a:moveTo>
                <a:cubicBezTo>
                  <a:pt x="-42292" y="34156"/>
                  <a:pt x="245140" y="12401"/>
                  <a:pt x="621335" y="0"/>
                </a:cubicBezTo>
                <a:cubicBezTo>
                  <a:pt x="974400" y="2086"/>
                  <a:pt x="1230125" y="60642"/>
                  <a:pt x="1242670" y="134556"/>
                </a:cubicBezTo>
                <a:cubicBezTo>
                  <a:pt x="1205753" y="244921"/>
                  <a:pt x="955824" y="317004"/>
                  <a:pt x="621335" y="269112"/>
                </a:cubicBezTo>
                <a:cubicBezTo>
                  <a:pt x="266576" y="262763"/>
                  <a:pt x="6937" y="212184"/>
                  <a:pt x="0" y="134556"/>
                </a:cubicBezTo>
                <a:close/>
              </a:path>
            </a:pathLst>
          </a:custGeom>
          <a:solidFill>
            <a:schemeClr val="accent2">
              <a:lumMod val="20000"/>
              <a:lumOff val="80000"/>
            </a:schemeClr>
          </a:solidFill>
          <a:ln>
            <a:solidFill>
              <a:srgbClr val="FF0000"/>
            </a:solidFill>
            <a:prstDash val="dashDot"/>
            <a:extLst>
              <a:ext uri="{C807C97D-BFC1-408E-A445-0C87EB9F89A2}">
                <ask:lineSketchStyleProps xmlns:ask="http://schemas.microsoft.com/office/drawing/2018/sketchyshapes" sd="1219033472">
                  <a:prstGeom prst="ellipse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Remission</a:t>
            </a:r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DC6769A7-D69F-7EE3-9DB5-EADA91457E98}"/>
              </a:ext>
            </a:extLst>
          </p:cNvPr>
          <p:cNvSpPr/>
          <p:nvPr/>
        </p:nvSpPr>
        <p:spPr>
          <a:xfrm>
            <a:off x="4802120" y="2097197"/>
            <a:ext cx="823655" cy="243622"/>
          </a:xfrm>
          <a:custGeom>
            <a:avLst/>
            <a:gdLst>
              <a:gd name="connsiteX0" fmla="*/ 0 w 823655"/>
              <a:gd name="connsiteY0" fmla="*/ 121811 h 243622"/>
              <a:gd name="connsiteX1" fmla="*/ 411828 w 823655"/>
              <a:gd name="connsiteY1" fmla="*/ 0 h 243622"/>
              <a:gd name="connsiteX2" fmla="*/ 823656 w 823655"/>
              <a:gd name="connsiteY2" fmla="*/ 121811 h 243622"/>
              <a:gd name="connsiteX3" fmla="*/ 411828 w 823655"/>
              <a:gd name="connsiteY3" fmla="*/ 243622 h 243622"/>
              <a:gd name="connsiteX4" fmla="*/ 0 w 823655"/>
              <a:gd name="connsiteY4" fmla="*/ 121811 h 2436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23655" h="243622" fill="none" extrusionOk="0">
                <a:moveTo>
                  <a:pt x="0" y="121811"/>
                </a:moveTo>
                <a:cubicBezTo>
                  <a:pt x="-777" y="41487"/>
                  <a:pt x="215381" y="-14440"/>
                  <a:pt x="411828" y="0"/>
                </a:cubicBezTo>
                <a:cubicBezTo>
                  <a:pt x="631118" y="-2653"/>
                  <a:pt x="814192" y="52356"/>
                  <a:pt x="823656" y="121811"/>
                </a:cubicBezTo>
                <a:cubicBezTo>
                  <a:pt x="795084" y="176507"/>
                  <a:pt x="617783" y="237143"/>
                  <a:pt x="411828" y="243622"/>
                </a:cubicBezTo>
                <a:cubicBezTo>
                  <a:pt x="178584" y="247891"/>
                  <a:pt x="-4612" y="197236"/>
                  <a:pt x="0" y="121811"/>
                </a:cubicBezTo>
                <a:close/>
              </a:path>
              <a:path w="823655" h="243622" stroke="0" extrusionOk="0">
                <a:moveTo>
                  <a:pt x="0" y="121811"/>
                </a:moveTo>
                <a:cubicBezTo>
                  <a:pt x="-25556" y="71800"/>
                  <a:pt x="197179" y="6860"/>
                  <a:pt x="411828" y="0"/>
                </a:cubicBezTo>
                <a:cubicBezTo>
                  <a:pt x="640672" y="11908"/>
                  <a:pt x="819423" y="56721"/>
                  <a:pt x="823656" y="121811"/>
                </a:cubicBezTo>
                <a:cubicBezTo>
                  <a:pt x="844654" y="178225"/>
                  <a:pt x="632582" y="211320"/>
                  <a:pt x="411828" y="243622"/>
                </a:cubicBezTo>
                <a:cubicBezTo>
                  <a:pt x="176438" y="244104"/>
                  <a:pt x="-4022" y="184340"/>
                  <a:pt x="0" y="121811"/>
                </a:cubicBezTo>
                <a:close/>
              </a:path>
            </a:pathLst>
          </a:cu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75000"/>
              </a:schemeClr>
            </a:solidFill>
            <a:prstDash val="dashDot"/>
            <a:extLst>
              <a:ext uri="{C807C97D-BFC1-408E-A445-0C87EB9F89A2}">
                <ask:lineSketchStyleProps xmlns:ask="http://schemas.microsoft.com/office/drawing/2018/sketchyshapes" sd="2558881134">
                  <a:prstGeom prst="ellipse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mbcs</a:t>
            </a:r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27CFA1E0-9C6F-8FC0-73B9-D8EDE7B0D821}"/>
              </a:ext>
            </a:extLst>
          </p:cNvPr>
          <p:cNvSpPr/>
          <p:nvPr/>
        </p:nvSpPr>
        <p:spPr>
          <a:xfrm>
            <a:off x="5428606" y="4574792"/>
            <a:ext cx="823655" cy="243622"/>
          </a:xfrm>
          <a:custGeom>
            <a:avLst/>
            <a:gdLst>
              <a:gd name="connsiteX0" fmla="*/ 0 w 823655"/>
              <a:gd name="connsiteY0" fmla="*/ 121811 h 243622"/>
              <a:gd name="connsiteX1" fmla="*/ 411828 w 823655"/>
              <a:gd name="connsiteY1" fmla="*/ 0 h 243622"/>
              <a:gd name="connsiteX2" fmla="*/ 823656 w 823655"/>
              <a:gd name="connsiteY2" fmla="*/ 121811 h 243622"/>
              <a:gd name="connsiteX3" fmla="*/ 411828 w 823655"/>
              <a:gd name="connsiteY3" fmla="*/ 243622 h 243622"/>
              <a:gd name="connsiteX4" fmla="*/ 0 w 823655"/>
              <a:gd name="connsiteY4" fmla="*/ 121811 h 2436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23655" h="243622" fill="none" extrusionOk="0">
                <a:moveTo>
                  <a:pt x="0" y="121811"/>
                </a:moveTo>
                <a:cubicBezTo>
                  <a:pt x="-777" y="41487"/>
                  <a:pt x="215381" y="-14440"/>
                  <a:pt x="411828" y="0"/>
                </a:cubicBezTo>
                <a:cubicBezTo>
                  <a:pt x="631118" y="-2653"/>
                  <a:pt x="814192" y="52356"/>
                  <a:pt x="823656" y="121811"/>
                </a:cubicBezTo>
                <a:cubicBezTo>
                  <a:pt x="795084" y="176507"/>
                  <a:pt x="617783" y="237143"/>
                  <a:pt x="411828" y="243622"/>
                </a:cubicBezTo>
                <a:cubicBezTo>
                  <a:pt x="178584" y="247891"/>
                  <a:pt x="-4612" y="197236"/>
                  <a:pt x="0" y="121811"/>
                </a:cubicBezTo>
                <a:close/>
              </a:path>
              <a:path w="823655" h="243622" stroke="0" extrusionOk="0">
                <a:moveTo>
                  <a:pt x="0" y="121811"/>
                </a:moveTo>
                <a:cubicBezTo>
                  <a:pt x="-25556" y="71800"/>
                  <a:pt x="197179" y="6860"/>
                  <a:pt x="411828" y="0"/>
                </a:cubicBezTo>
                <a:cubicBezTo>
                  <a:pt x="640672" y="11908"/>
                  <a:pt x="819423" y="56721"/>
                  <a:pt x="823656" y="121811"/>
                </a:cubicBezTo>
                <a:cubicBezTo>
                  <a:pt x="844654" y="178225"/>
                  <a:pt x="632582" y="211320"/>
                  <a:pt x="411828" y="243622"/>
                </a:cubicBezTo>
                <a:cubicBezTo>
                  <a:pt x="176438" y="244104"/>
                  <a:pt x="-4022" y="184340"/>
                  <a:pt x="0" y="121811"/>
                </a:cubicBezTo>
                <a:close/>
              </a:path>
            </a:pathLst>
          </a:cu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75000"/>
              </a:schemeClr>
            </a:solidFill>
            <a:prstDash val="dashDot"/>
            <a:extLst>
              <a:ext uri="{C807C97D-BFC1-408E-A445-0C87EB9F89A2}">
                <ask:lineSketchStyleProps xmlns:ask="http://schemas.microsoft.com/office/drawing/2018/sketchyshapes" sd="2558881134">
                  <a:prstGeom prst="ellipse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mbcs</a:t>
            </a:r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7439E267-02B8-5BD4-0C4B-DB4075F9D57E}"/>
              </a:ext>
            </a:extLst>
          </p:cNvPr>
          <p:cNvSpPr/>
          <p:nvPr/>
        </p:nvSpPr>
        <p:spPr>
          <a:xfrm>
            <a:off x="3769349" y="4273559"/>
            <a:ext cx="2482912" cy="243623"/>
          </a:xfrm>
          <a:custGeom>
            <a:avLst/>
            <a:gdLst>
              <a:gd name="connsiteX0" fmla="*/ 0 w 2482912"/>
              <a:gd name="connsiteY0" fmla="*/ 121812 h 243623"/>
              <a:gd name="connsiteX1" fmla="*/ 1241456 w 2482912"/>
              <a:gd name="connsiteY1" fmla="*/ 0 h 243623"/>
              <a:gd name="connsiteX2" fmla="*/ 2482912 w 2482912"/>
              <a:gd name="connsiteY2" fmla="*/ 121812 h 243623"/>
              <a:gd name="connsiteX3" fmla="*/ 1241456 w 2482912"/>
              <a:gd name="connsiteY3" fmla="*/ 243624 h 243623"/>
              <a:gd name="connsiteX4" fmla="*/ 0 w 2482912"/>
              <a:gd name="connsiteY4" fmla="*/ 121812 h 2436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82912" h="243623" fill="none" extrusionOk="0">
                <a:moveTo>
                  <a:pt x="0" y="121812"/>
                </a:moveTo>
                <a:cubicBezTo>
                  <a:pt x="-38076" y="38938"/>
                  <a:pt x="542276" y="24472"/>
                  <a:pt x="1241456" y="0"/>
                </a:cubicBezTo>
                <a:cubicBezTo>
                  <a:pt x="1928209" y="1281"/>
                  <a:pt x="2487762" y="59495"/>
                  <a:pt x="2482912" y="121812"/>
                </a:cubicBezTo>
                <a:cubicBezTo>
                  <a:pt x="2393696" y="161747"/>
                  <a:pt x="1993401" y="320200"/>
                  <a:pt x="1241456" y="243624"/>
                </a:cubicBezTo>
                <a:cubicBezTo>
                  <a:pt x="553612" y="246608"/>
                  <a:pt x="-624" y="188514"/>
                  <a:pt x="0" y="121812"/>
                </a:cubicBezTo>
                <a:close/>
              </a:path>
              <a:path w="2482912" h="243623" stroke="0" extrusionOk="0">
                <a:moveTo>
                  <a:pt x="0" y="121812"/>
                </a:moveTo>
                <a:cubicBezTo>
                  <a:pt x="26989" y="14814"/>
                  <a:pt x="583544" y="43457"/>
                  <a:pt x="1241456" y="0"/>
                </a:cubicBezTo>
                <a:cubicBezTo>
                  <a:pt x="1923256" y="-10681"/>
                  <a:pt x="2487744" y="57427"/>
                  <a:pt x="2482912" y="121812"/>
                </a:cubicBezTo>
                <a:cubicBezTo>
                  <a:pt x="2480640" y="164297"/>
                  <a:pt x="1827418" y="288519"/>
                  <a:pt x="1241456" y="243624"/>
                </a:cubicBezTo>
                <a:cubicBezTo>
                  <a:pt x="554443" y="237024"/>
                  <a:pt x="5533" y="197066"/>
                  <a:pt x="0" y="121812"/>
                </a:cubicBezTo>
                <a:close/>
              </a:path>
            </a:pathLst>
          </a:cu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75000"/>
              </a:schemeClr>
            </a:solidFill>
            <a:prstDash val="dashDot"/>
            <a:extLst>
              <a:ext uri="{C807C97D-BFC1-408E-A445-0C87EB9F89A2}">
                <ask:lineSketchStyleProps xmlns:ask="http://schemas.microsoft.com/office/drawing/2018/sketchyshapes" sd="1617256088">
                  <a:prstGeom prst="ellipse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mbcs.progression.mbc</a:t>
            </a:r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25CA4BF6-318C-BB77-D785-D3C4CD4F882B}"/>
              </a:ext>
            </a:extLst>
          </p:cNvPr>
          <p:cNvSpPr/>
          <p:nvPr/>
        </p:nvSpPr>
        <p:spPr>
          <a:xfrm>
            <a:off x="10673579" y="5378933"/>
            <a:ext cx="1242670" cy="456268"/>
          </a:xfrm>
          <a:custGeom>
            <a:avLst/>
            <a:gdLst>
              <a:gd name="connsiteX0" fmla="*/ 0 w 1242670"/>
              <a:gd name="connsiteY0" fmla="*/ 228134 h 456268"/>
              <a:gd name="connsiteX1" fmla="*/ 621335 w 1242670"/>
              <a:gd name="connsiteY1" fmla="*/ 0 h 456268"/>
              <a:gd name="connsiteX2" fmla="*/ 1242670 w 1242670"/>
              <a:gd name="connsiteY2" fmla="*/ 228134 h 456268"/>
              <a:gd name="connsiteX3" fmla="*/ 621335 w 1242670"/>
              <a:gd name="connsiteY3" fmla="*/ 456268 h 456268"/>
              <a:gd name="connsiteX4" fmla="*/ 0 w 1242670"/>
              <a:gd name="connsiteY4" fmla="*/ 228134 h 4562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2670" h="456268" fill="none" extrusionOk="0">
                <a:moveTo>
                  <a:pt x="0" y="228134"/>
                </a:moveTo>
                <a:cubicBezTo>
                  <a:pt x="11302" y="101422"/>
                  <a:pt x="235789" y="-26111"/>
                  <a:pt x="621335" y="0"/>
                </a:cubicBezTo>
                <a:cubicBezTo>
                  <a:pt x="971602" y="7534"/>
                  <a:pt x="1240781" y="100156"/>
                  <a:pt x="1242670" y="228134"/>
                </a:cubicBezTo>
                <a:cubicBezTo>
                  <a:pt x="1233059" y="374228"/>
                  <a:pt x="991998" y="423112"/>
                  <a:pt x="621335" y="456268"/>
                </a:cubicBezTo>
                <a:cubicBezTo>
                  <a:pt x="259205" y="444949"/>
                  <a:pt x="-2216" y="372490"/>
                  <a:pt x="0" y="228134"/>
                </a:cubicBezTo>
                <a:close/>
              </a:path>
              <a:path w="1242670" h="456268" stroke="0" extrusionOk="0">
                <a:moveTo>
                  <a:pt x="0" y="228134"/>
                </a:moveTo>
                <a:cubicBezTo>
                  <a:pt x="-7716" y="153585"/>
                  <a:pt x="280349" y="56282"/>
                  <a:pt x="621335" y="0"/>
                </a:cubicBezTo>
                <a:cubicBezTo>
                  <a:pt x="962462" y="2261"/>
                  <a:pt x="1238421" y="81734"/>
                  <a:pt x="1242670" y="228134"/>
                </a:cubicBezTo>
                <a:cubicBezTo>
                  <a:pt x="1259382" y="341306"/>
                  <a:pt x="951399" y="463603"/>
                  <a:pt x="621335" y="456268"/>
                </a:cubicBezTo>
                <a:cubicBezTo>
                  <a:pt x="261610" y="468371"/>
                  <a:pt x="11817" y="334192"/>
                  <a:pt x="0" y="228134"/>
                </a:cubicBezTo>
                <a:close/>
              </a:path>
            </a:pathLst>
          </a:custGeom>
          <a:solidFill>
            <a:schemeClr val="accent2">
              <a:lumMod val="20000"/>
              <a:lumOff val="80000"/>
            </a:schemeClr>
          </a:solidFill>
          <a:ln>
            <a:solidFill>
              <a:srgbClr val="FF0000"/>
            </a:solidFill>
            <a:prstDash val="dashDot"/>
            <a:extLst>
              <a:ext uri="{C807C97D-BFC1-408E-A445-0C87EB9F89A2}">
                <ask:lineSketchStyleProps xmlns:ask="http://schemas.microsoft.com/office/drawing/2018/sketchyshapes" sd="2998267428">
                  <a:prstGeom prst="ellipse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mbcs</a:t>
            </a:r>
            <a:r>
              <a:rPr lang="en-US" sz="1200" dirty="0">
                <a:solidFill>
                  <a:schemeClr val="tx1"/>
                </a:solidFill>
              </a:rPr>
              <a:t>. _2ndline</a:t>
            </a:r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0B0C96F6-7724-8CB4-480D-09E893F932BB}"/>
              </a:ext>
            </a:extLst>
          </p:cNvPr>
          <p:cNvSpPr/>
          <p:nvPr/>
        </p:nvSpPr>
        <p:spPr>
          <a:xfrm>
            <a:off x="10347082" y="2526094"/>
            <a:ext cx="1242670" cy="376358"/>
          </a:xfrm>
          <a:custGeom>
            <a:avLst/>
            <a:gdLst>
              <a:gd name="connsiteX0" fmla="*/ 0 w 1242670"/>
              <a:gd name="connsiteY0" fmla="*/ 188179 h 376358"/>
              <a:gd name="connsiteX1" fmla="*/ 621335 w 1242670"/>
              <a:gd name="connsiteY1" fmla="*/ 0 h 376358"/>
              <a:gd name="connsiteX2" fmla="*/ 1242670 w 1242670"/>
              <a:gd name="connsiteY2" fmla="*/ 188179 h 376358"/>
              <a:gd name="connsiteX3" fmla="*/ 621335 w 1242670"/>
              <a:gd name="connsiteY3" fmla="*/ 376358 h 376358"/>
              <a:gd name="connsiteX4" fmla="*/ 0 w 1242670"/>
              <a:gd name="connsiteY4" fmla="*/ 188179 h 3763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2670" h="376358" fill="none" extrusionOk="0">
                <a:moveTo>
                  <a:pt x="0" y="188179"/>
                </a:moveTo>
                <a:cubicBezTo>
                  <a:pt x="31977" y="82223"/>
                  <a:pt x="233041" y="-27803"/>
                  <a:pt x="621335" y="0"/>
                </a:cubicBezTo>
                <a:cubicBezTo>
                  <a:pt x="967816" y="3524"/>
                  <a:pt x="1230336" y="71305"/>
                  <a:pt x="1242670" y="188179"/>
                </a:cubicBezTo>
                <a:cubicBezTo>
                  <a:pt x="1239340" y="299072"/>
                  <a:pt x="968351" y="371703"/>
                  <a:pt x="621335" y="376358"/>
                </a:cubicBezTo>
                <a:cubicBezTo>
                  <a:pt x="268254" y="370437"/>
                  <a:pt x="-1723" y="306385"/>
                  <a:pt x="0" y="188179"/>
                </a:cubicBezTo>
                <a:close/>
              </a:path>
              <a:path w="1242670" h="376358" stroke="0" extrusionOk="0">
                <a:moveTo>
                  <a:pt x="0" y="188179"/>
                </a:moveTo>
                <a:cubicBezTo>
                  <a:pt x="-5672" y="122071"/>
                  <a:pt x="278595" y="10750"/>
                  <a:pt x="621335" y="0"/>
                </a:cubicBezTo>
                <a:cubicBezTo>
                  <a:pt x="962783" y="1903"/>
                  <a:pt x="1242103" y="81528"/>
                  <a:pt x="1242670" y="188179"/>
                </a:cubicBezTo>
                <a:cubicBezTo>
                  <a:pt x="1282324" y="261681"/>
                  <a:pt x="956861" y="380632"/>
                  <a:pt x="621335" y="376358"/>
                </a:cubicBezTo>
                <a:cubicBezTo>
                  <a:pt x="267461" y="384187"/>
                  <a:pt x="6459" y="281209"/>
                  <a:pt x="0" y="188179"/>
                </a:cubicBezTo>
                <a:close/>
              </a:path>
            </a:pathLst>
          </a:custGeom>
          <a:solidFill>
            <a:schemeClr val="accent2">
              <a:lumMod val="20000"/>
              <a:lumOff val="80000"/>
            </a:schemeClr>
          </a:solidFill>
          <a:ln>
            <a:solidFill>
              <a:srgbClr val="FF0000"/>
            </a:solidFill>
            <a:prstDash val="dashDot"/>
            <a:extLst>
              <a:ext uri="{C807C97D-BFC1-408E-A445-0C87EB9F89A2}">
                <ask:lineSketchStyleProps xmlns:ask="http://schemas.microsoft.com/office/drawing/2018/sketchyshapes" sd="2998267428">
                  <a:prstGeom prst="ellipse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mbcs</a:t>
            </a:r>
            <a:r>
              <a:rPr lang="en-US" sz="1200" dirty="0">
                <a:solidFill>
                  <a:schemeClr val="tx1"/>
                </a:solidFill>
              </a:rPr>
              <a:t>. _2ndline</a:t>
            </a:r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44" name="Heptagon 43">
            <a:extLst>
              <a:ext uri="{FF2B5EF4-FFF2-40B4-BE49-F238E27FC236}">
                <a16:creationId xmlns:a16="http://schemas.microsoft.com/office/drawing/2014/main" id="{6A7154AE-C6DC-7F7C-E8F2-081A3D09BB8B}"/>
              </a:ext>
            </a:extLst>
          </p:cNvPr>
          <p:cNvSpPr/>
          <p:nvPr/>
        </p:nvSpPr>
        <p:spPr>
          <a:xfrm>
            <a:off x="11398901" y="2490398"/>
            <a:ext cx="607819" cy="399578"/>
          </a:xfrm>
          <a:custGeom>
            <a:avLst/>
            <a:gdLst>
              <a:gd name="connsiteX0" fmla="*/ -2 w 607819"/>
              <a:gd name="connsiteY0" fmla="*/ 256971 h 399578"/>
              <a:gd name="connsiteX1" fmla="*/ 60193 w 607819"/>
              <a:gd name="connsiteY1" fmla="*/ 79142 h 399578"/>
              <a:gd name="connsiteX2" fmla="*/ 303910 w 607819"/>
              <a:gd name="connsiteY2" fmla="*/ 0 h 399578"/>
              <a:gd name="connsiteX3" fmla="*/ 547626 w 607819"/>
              <a:gd name="connsiteY3" fmla="*/ 79142 h 399578"/>
              <a:gd name="connsiteX4" fmla="*/ 607821 w 607819"/>
              <a:gd name="connsiteY4" fmla="*/ 256971 h 399578"/>
              <a:gd name="connsiteX5" fmla="*/ 439161 w 607819"/>
              <a:gd name="connsiteY5" fmla="*/ 399580 h 399578"/>
              <a:gd name="connsiteX6" fmla="*/ 168658 w 607819"/>
              <a:gd name="connsiteY6" fmla="*/ 399580 h 399578"/>
              <a:gd name="connsiteX7" fmla="*/ -2 w 607819"/>
              <a:gd name="connsiteY7" fmla="*/ 256971 h 3995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07819" h="399578" fill="none" extrusionOk="0">
                <a:moveTo>
                  <a:pt x="-2" y="256971"/>
                </a:moveTo>
                <a:cubicBezTo>
                  <a:pt x="11056" y="212928"/>
                  <a:pt x="57916" y="102994"/>
                  <a:pt x="60193" y="79142"/>
                </a:cubicBezTo>
                <a:cubicBezTo>
                  <a:pt x="119350" y="78653"/>
                  <a:pt x="242135" y="24968"/>
                  <a:pt x="303910" y="0"/>
                </a:cubicBezTo>
                <a:cubicBezTo>
                  <a:pt x="389143" y="4178"/>
                  <a:pt x="497244" y="53400"/>
                  <a:pt x="547626" y="79142"/>
                </a:cubicBezTo>
                <a:cubicBezTo>
                  <a:pt x="568759" y="105793"/>
                  <a:pt x="577268" y="176373"/>
                  <a:pt x="607821" y="256971"/>
                </a:cubicBezTo>
                <a:cubicBezTo>
                  <a:pt x="569722" y="288147"/>
                  <a:pt x="481495" y="371708"/>
                  <a:pt x="439161" y="399580"/>
                </a:cubicBezTo>
                <a:cubicBezTo>
                  <a:pt x="365142" y="398606"/>
                  <a:pt x="287467" y="396350"/>
                  <a:pt x="168658" y="399580"/>
                </a:cubicBezTo>
                <a:cubicBezTo>
                  <a:pt x="87738" y="327644"/>
                  <a:pt x="34917" y="289117"/>
                  <a:pt x="-2" y="256971"/>
                </a:cubicBezTo>
                <a:close/>
              </a:path>
              <a:path w="607819" h="399578" stroke="0" extrusionOk="0">
                <a:moveTo>
                  <a:pt x="-2" y="256971"/>
                </a:moveTo>
                <a:cubicBezTo>
                  <a:pt x="42569" y="175485"/>
                  <a:pt x="47171" y="117764"/>
                  <a:pt x="60193" y="79142"/>
                </a:cubicBezTo>
                <a:cubicBezTo>
                  <a:pt x="132610" y="38188"/>
                  <a:pt x="205504" y="26242"/>
                  <a:pt x="303910" y="0"/>
                </a:cubicBezTo>
                <a:cubicBezTo>
                  <a:pt x="370504" y="-1187"/>
                  <a:pt x="428588" y="40263"/>
                  <a:pt x="547626" y="79142"/>
                </a:cubicBezTo>
                <a:cubicBezTo>
                  <a:pt x="574468" y="140420"/>
                  <a:pt x="604651" y="219027"/>
                  <a:pt x="607821" y="256971"/>
                </a:cubicBezTo>
                <a:cubicBezTo>
                  <a:pt x="584484" y="283674"/>
                  <a:pt x="472184" y="346321"/>
                  <a:pt x="439161" y="399580"/>
                </a:cubicBezTo>
                <a:cubicBezTo>
                  <a:pt x="402153" y="392099"/>
                  <a:pt x="247867" y="412855"/>
                  <a:pt x="168658" y="399580"/>
                </a:cubicBezTo>
                <a:cubicBezTo>
                  <a:pt x="116008" y="346639"/>
                  <a:pt x="62022" y="335296"/>
                  <a:pt x="-2" y="256971"/>
                </a:cubicBez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50000"/>
              </a:schemeClr>
            </a:solidFill>
            <a:prstDash val="dashDot"/>
            <a:extLst>
              <a:ext uri="{C807C97D-BFC1-408E-A445-0C87EB9F89A2}">
                <ask:lineSketchStyleProps xmlns:ask="http://schemas.microsoft.com/office/drawing/2018/sketchyshapes" sd="1219033472">
                  <a:prstGeom prst="heptagon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AE</a:t>
            </a:r>
            <a:endParaRPr lang="en-GB" sz="1200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45" name="Heptagon 44">
            <a:extLst>
              <a:ext uri="{FF2B5EF4-FFF2-40B4-BE49-F238E27FC236}">
                <a16:creationId xmlns:a16="http://schemas.microsoft.com/office/drawing/2014/main" id="{7FFC6250-57AF-55FD-03D2-18702887777A}"/>
              </a:ext>
            </a:extLst>
          </p:cNvPr>
          <p:cNvSpPr/>
          <p:nvPr/>
        </p:nvSpPr>
        <p:spPr>
          <a:xfrm>
            <a:off x="11468571" y="5756073"/>
            <a:ext cx="607819" cy="399578"/>
          </a:xfrm>
          <a:custGeom>
            <a:avLst/>
            <a:gdLst>
              <a:gd name="connsiteX0" fmla="*/ -2 w 607819"/>
              <a:gd name="connsiteY0" fmla="*/ 256971 h 399578"/>
              <a:gd name="connsiteX1" fmla="*/ 60193 w 607819"/>
              <a:gd name="connsiteY1" fmla="*/ 79142 h 399578"/>
              <a:gd name="connsiteX2" fmla="*/ 303910 w 607819"/>
              <a:gd name="connsiteY2" fmla="*/ 0 h 399578"/>
              <a:gd name="connsiteX3" fmla="*/ 547626 w 607819"/>
              <a:gd name="connsiteY3" fmla="*/ 79142 h 399578"/>
              <a:gd name="connsiteX4" fmla="*/ 607821 w 607819"/>
              <a:gd name="connsiteY4" fmla="*/ 256971 h 399578"/>
              <a:gd name="connsiteX5" fmla="*/ 439161 w 607819"/>
              <a:gd name="connsiteY5" fmla="*/ 399580 h 399578"/>
              <a:gd name="connsiteX6" fmla="*/ 168658 w 607819"/>
              <a:gd name="connsiteY6" fmla="*/ 399580 h 399578"/>
              <a:gd name="connsiteX7" fmla="*/ -2 w 607819"/>
              <a:gd name="connsiteY7" fmla="*/ 256971 h 3995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07819" h="399578" fill="none" extrusionOk="0">
                <a:moveTo>
                  <a:pt x="-2" y="256971"/>
                </a:moveTo>
                <a:cubicBezTo>
                  <a:pt x="11056" y="212928"/>
                  <a:pt x="57916" y="102994"/>
                  <a:pt x="60193" y="79142"/>
                </a:cubicBezTo>
                <a:cubicBezTo>
                  <a:pt x="119350" y="78653"/>
                  <a:pt x="242135" y="24968"/>
                  <a:pt x="303910" y="0"/>
                </a:cubicBezTo>
                <a:cubicBezTo>
                  <a:pt x="389143" y="4178"/>
                  <a:pt x="497244" y="53400"/>
                  <a:pt x="547626" y="79142"/>
                </a:cubicBezTo>
                <a:cubicBezTo>
                  <a:pt x="568759" y="105793"/>
                  <a:pt x="577268" y="176373"/>
                  <a:pt x="607821" y="256971"/>
                </a:cubicBezTo>
                <a:cubicBezTo>
                  <a:pt x="569722" y="288147"/>
                  <a:pt x="481495" y="371708"/>
                  <a:pt x="439161" y="399580"/>
                </a:cubicBezTo>
                <a:cubicBezTo>
                  <a:pt x="365142" y="398606"/>
                  <a:pt x="287467" y="396350"/>
                  <a:pt x="168658" y="399580"/>
                </a:cubicBezTo>
                <a:cubicBezTo>
                  <a:pt x="87738" y="327644"/>
                  <a:pt x="34917" y="289117"/>
                  <a:pt x="-2" y="256971"/>
                </a:cubicBezTo>
                <a:close/>
              </a:path>
              <a:path w="607819" h="399578" stroke="0" extrusionOk="0">
                <a:moveTo>
                  <a:pt x="-2" y="256971"/>
                </a:moveTo>
                <a:cubicBezTo>
                  <a:pt x="42569" y="175485"/>
                  <a:pt x="47171" y="117764"/>
                  <a:pt x="60193" y="79142"/>
                </a:cubicBezTo>
                <a:cubicBezTo>
                  <a:pt x="132610" y="38188"/>
                  <a:pt x="205504" y="26242"/>
                  <a:pt x="303910" y="0"/>
                </a:cubicBezTo>
                <a:cubicBezTo>
                  <a:pt x="370504" y="-1187"/>
                  <a:pt x="428588" y="40263"/>
                  <a:pt x="547626" y="79142"/>
                </a:cubicBezTo>
                <a:cubicBezTo>
                  <a:pt x="574468" y="140420"/>
                  <a:pt x="604651" y="219027"/>
                  <a:pt x="607821" y="256971"/>
                </a:cubicBezTo>
                <a:cubicBezTo>
                  <a:pt x="584484" y="283674"/>
                  <a:pt x="472184" y="346321"/>
                  <a:pt x="439161" y="399580"/>
                </a:cubicBezTo>
                <a:cubicBezTo>
                  <a:pt x="402153" y="392099"/>
                  <a:pt x="247867" y="412855"/>
                  <a:pt x="168658" y="399580"/>
                </a:cubicBezTo>
                <a:cubicBezTo>
                  <a:pt x="116008" y="346639"/>
                  <a:pt x="62022" y="335296"/>
                  <a:pt x="-2" y="256971"/>
                </a:cubicBez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50000"/>
              </a:schemeClr>
            </a:solidFill>
            <a:prstDash val="dashDot"/>
            <a:extLst>
              <a:ext uri="{C807C97D-BFC1-408E-A445-0C87EB9F89A2}">
                <ask:lineSketchStyleProps xmlns:ask="http://schemas.microsoft.com/office/drawing/2018/sketchyshapes" sd="1219033472">
                  <a:prstGeom prst="heptagon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AE</a:t>
            </a:r>
            <a:endParaRPr lang="en-GB" sz="1200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F4AE33BF-D2E9-4146-7D92-6C7016B3A7E6}"/>
              </a:ext>
            </a:extLst>
          </p:cNvPr>
          <p:cNvSpPr/>
          <p:nvPr/>
        </p:nvSpPr>
        <p:spPr>
          <a:xfrm>
            <a:off x="10579639" y="323337"/>
            <a:ext cx="1452220" cy="484554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Change initial event</a:t>
            </a:r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CECFDA31-3F00-56E4-54E0-972118EB7509}"/>
              </a:ext>
            </a:extLst>
          </p:cNvPr>
          <p:cNvSpPr/>
          <p:nvPr/>
        </p:nvSpPr>
        <p:spPr>
          <a:xfrm>
            <a:off x="3215970" y="2787196"/>
            <a:ext cx="497089" cy="379238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os</a:t>
            </a:r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5FB88972-9212-E6D6-532B-5CA3F3D194BF}"/>
              </a:ext>
            </a:extLst>
          </p:cNvPr>
          <p:cNvSpPr/>
          <p:nvPr/>
        </p:nvSpPr>
        <p:spPr>
          <a:xfrm>
            <a:off x="11550345" y="2787196"/>
            <a:ext cx="497089" cy="379238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os</a:t>
            </a:r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5F70D3A2-044D-F5A3-AAD5-E38FA717FAF1}"/>
              </a:ext>
            </a:extLst>
          </p:cNvPr>
          <p:cNvSpPr/>
          <p:nvPr/>
        </p:nvSpPr>
        <p:spPr>
          <a:xfrm>
            <a:off x="11607495" y="6073321"/>
            <a:ext cx="497089" cy="379238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os</a:t>
            </a:r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1602CB72-A0EE-7676-D226-559285926003}"/>
              </a:ext>
            </a:extLst>
          </p:cNvPr>
          <p:cNvSpPr/>
          <p:nvPr/>
        </p:nvSpPr>
        <p:spPr>
          <a:xfrm>
            <a:off x="5562420" y="5354758"/>
            <a:ext cx="971550" cy="287757"/>
          </a:xfrm>
          <a:custGeom>
            <a:avLst/>
            <a:gdLst>
              <a:gd name="connsiteX0" fmla="*/ 0 w 971550"/>
              <a:gd name="connsiteY0" fmla="*/ 143879 h 287757"/>
              <a:gd name="connsiteX1" fmla="*/ 485775 w 971550"/>
              <a:gd name="connsiteY1" fmla="*/ 0 h 287757"/>
              <a:gd name="connsiteX2" fmla="*/ 971550 w 971550"/>
              <a:gd name="connsiteY2" fmla="*/ 143879 h 287757"/>
              <a:gd name="connsiteX3" fmla="*/ 485775 w 971550"/>
              <a:gd name="connsiteY3" fmla="*/ 287758 h 287757"/>
              <a:gd name="connsiteX4" fmla="*/ 0 w 971550"/>
              <a:gd name="connsiteY4" fmla="*/ 143879 h 2877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71550" h="287757" fill="none" extrusionOk="0">
                <a:moveTo>
                  <a:pt x="0" y="143879"/>
                </a:moveTo>
                <a:cubicBezTo>
                  <a:pt x="40681" y="79199"/>
                  <a:pt x="207772" y="38369"/>
                  <a:pt x="485775" y="0"/>
                </a:cubicBezTo>
                <a:cubicBezTo>
                  <a:pt x="760625" y="-8879"/>
                  <a:pt x="980142" y="60501"/>
                  <a:pt x="971550" y="143879"/>
                </a:cubicBezTo>
                <a:cubicBezTo>
                  <a:pt x="967471" y="192463"/>
                  <a:pt x="744174" y="277237"/>
                  <a:pt x="485775" y="287758"/>
                </a:cubicBezTo>
                <a:cubicBezTo>
                  <a:pt x="218854" y="275230"/>
                  <a:pt x="5303" y="226663"/>
                  <a:pt x="0" y="143879"/>
                </a:cubicBezTo>
                <a:close/>
              </a:path>
              <a:path w="971550" h="287757" stroke="0" extrusionOk="0">
                <a:moveTo>
                  <a:pt x="0" y="143879"/>
                </a:moveTo>
                <a:cubicBezTo>
                  <a:pt x="6600" y="80081"/>
                  <a:pt x="199556" y="-13371"/>
                  <a:pt x="485775" y="0"/>
                </a:cubicBezTo>
                <a:cubicBezTo>
                  <a:pt x="739520" y="1883"/>
                  <a:pt x="975339" y="63868"/>
                  <a:pt x="971550" y="143879"/>
                </a:cubicBezTo>
                <a:cubicBezTo>
                  <a:pt x="978973" y="221089"/>
                  <a:pt x="759726" y="282679"/>
                  <a:pt x="485775" y="287758"/>
                </a:cubicBezTo>
                <a:cubicBezTo>
                  <a:pt x="208120" y="288534"/>
                  <a:pt x="-2537" y="232239"/>
                  <a:pt x="0" y="143879"/>
                </a:cubicBezTo>
                <a:close/>
              </a:path>
            </a:pathLst>
          </a:custGeom>
          <a:solidFill>
            <a:schemeClr val="accent2">
              <a:lumMod val="20000"/>
              <a:lumOff val="80000"/>
            </a:schemeClr>
          </a:solidFill>
          <a:ln>
            <a:solidFill>
              <a:srgbClr val="FF0000"/>
            </a:solidFill>
            <a:prstDash val="dashDot"/>
            <a:extLst>
              <a:ext uri="{C807C97D-BFC1-408E-A445-0C87EB9F89A2}">
                <ask:lineSketchStyleProps xmlns:ask="http://schemas.microsoft.com/office/drawing/2018/sketchyshapes" sd="579111871">
                  <a:prstGeom prst="ellipse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 err="1">
                <a:solidFill>
                  <a:schemeClr val="tx1"/>
                </a:solidFill>
              </a:rPr>
              <a:t>tx.beva</a:t>
            </a:r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2AD862BA-69A8-7B94-004D-880BEE78CAD8}"/>
              </a:ext>
            </a:extLst>
          </p:cNvPr>
          <p:cNvSpPr/>
          <p:nvPr/>
        </p:nvSpPr>
        <p:spPr>
          <a:xfrm>
            <a:off x="5636907" y="5622860"/>
            <a:ext cx="1061633" cy="287758"/>
          </a:xfrm>
          <a:custGeom>
            <a:avLst/>
            <a:gdLst>
              <a:gd name="connsiteX0" fmla="*/ 0 w 1061633"/>
              <a:gd name="connsiteY0" fmla="*/ 143879 h 287758"/>
              <a:gd name="connsiteX1" fmla="*/ 530817 w 1061633"/>
              <a:gd name="connsiteY1" fmla="*/ 0 h 287758"/>
              <a:gd name="connsiteX2" fmla="*/ 1061634 w 1061633"/>
              <a:gd name="connsiteY2" fmla="*/ 143879 h 287758"/>
              <a:gd name="connsiteX3" fmla="*/ 530817 w 1061633"/>
              <a:gd name="connsiteY3" fmla="*/ 287758 h 287758"/>
              <a:gd name="connsiteX4" fmla="*/ 0 w 1061633"/>
              <a:gd name="connsiteY4" fmla="*/ 143879 h 2877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61633" h="287758" fill="none" extrusionOk="0">
                <a:moveTo>
                  <a:pt x="0" y="143879"/>
                </a:moveTo>
                <a:cubicBezTo>
                  <a:pt x="33542" y="68396"/>
                  <a:pt x="246346" y="-17886"/>
                  <a:pt x="530817" y="0"/>
                </a:cubicBezTo>
                <a:cubicBezTo>
                  <a:pt x="811644" y="-1889"/>
                  <a:pt x="1059972" y="65982"/>
                  <a:pt x="1061634" y="143879"/>
                </a:cubicBezTo>
                <a:cubicBezTo>
                  <a:pt x="1057285" y="181866"/>
                  <a:pt x="800071" y="320983"/>
                  <a:pt x="530817" y="287758"/>
                </a:cubicBezTo>
                <a:cubicBezTo>
                  <a:pt x="239355" y="288710"/>
                  <a:pt x="10230" y="225801"/>
                  <a:pt x="0" y="143879"/>
                </a:cubicBezTo>
                <a:close/>
              </a:path>
              <a:path w="1061633" h="287758" stroke="0" extrusionOk="0">
                <a:moveTo>
                  <a:pt x="0" y="143879"/>
                </a:moveTo>
                <a:cubicBezTo>
                  <a:pt x="-8625" y="59097"/>
                  <a:pt x="219603" y="6775"/>
                  <a:pt x="530817" y="0"/>
                </a:cubicBezTo>
                <a:cubicBezTo>
                  <a:pt x="825306" y="279"/>
                  <a:pt x="1048437" y="64837"/>
                  <a:pt x="1061634" y="143879"/>
                </a:cubicBezTo>
                <a:cubicBezTo>
                  <a:pt x="1051447" y="233289"/>
                  <a:pt x="819143" y="314488"/>
                  <a:pt x="530817" y="287758"/>
                </a:cubicBezTo>
                <a:cubicBezTo>
                  <a:pt x="225041" y="280857"/>
                  <a:pt x="9577" y="227917"/>
                  <a:pt x="0" y="143879"/>
                </a:cubicBezTo>
                <a:close/>
              </a:path>
            </a:pathLst>
          </a:custGeom>
          <a:solidFill>
            <a:schemeClr val="accent2">
              <a:lumMod val="20000"/>
              <a:lumOff val="80000"/>
            </a:schemeClr>
          </a:solidFill>
          <a:ln>
            <a:solidFill>
              <a:srgbClr val="FF0000"/>
            </a:solidFill>
            <a:prstDash val="dashDot"/>
            <a:extLst>
              <a:ext uri="{C807C97D-BFC1-408E-A445-0C87EB9F89A2}">
                <ask:lineSketchStyleProps xmlns:ask="http://schemas.microsoft.com/office/drawing/2018/sketchyshapes" sd="1219033472">
                  <a:prstGeom prst="ellipse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Idfs.ontx</a:t>
            </a:r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52" name="Heptagon 51">
            <a:extLst>
              <a:ext uri="{FF2B5EF4-FFF2-40B4-BE49-F238E27FC236}">
                <a16:creationId xmlns:a16="http://schemas.microsoft.com/office/drawing/2014/main" id="{160DAA42-DC9B-CB13-CF9F-BCFD6FABDF7D}"/>
              </a:ext>
            </a:extLst>
          </p:cNvPr>
          <p:cNvSpPr/>
          <p:nvPr/>
        </p:nvSpPr>
        <p:spPr>
          <a:xfrm>
            <a:off x="6366055" y="5356024"/>
            <a:ext cx="607819" cy="399578"/>
          </a:xfrm>
          <a:custGeom>
            <a:avLst/>
            <a:gdLst>
              <a:gd name="connsiteX0" fmla="*/ -2 w 607819"/>
              <a:gd name="connsiteY0" fmla="*/ 256971 h 399578"/>
              <a:gd name="connsiteX1" fmla="*/ 60193 w 607819"/>
              <a:gd name="connsiteY1" fmla="*/ 79142 h 399578"/>
              <a:gd name="connsiteX2" fmla="*/ 303910 w 607819"/>
              <a:gd name="connsiteY2" fmla="*/ 0 h 399578"/>
              <a:gd name="connsiteX3" fmla="*/ 547626 w 607819"/>
              <a:gd name="connsiteY3" fmla="*/ 79142 h 399578"/>
              <a:gd name="connsiteX4" fmla="*/ 607821 w 607819"/>
              <a:gd name="connsiteY4" fmla="*/ 256971 h 399578"/>
              <a:gd name="connsiteX5" fmla="*/ 439161 w 607819"/>
              <a:gd name="connsiteY5" fmla="*/ 399580 h 399578"/>
              <a:gd name="connsiteX6" fmla="*/ 168658 w 607819"/>
              <a:gd name="connsiteY6" fmla="*/ 399580 h 399578"/>
              <a:gd name="connsiteX7" fmla="*/ -2 w 607819"/>
              <a:gd name="connsiteY7" fmla="*/ 256971 h 3995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07819" h="399578" fill="none" extrusionOk="0">
                <a:moveTo>
                  <a:pt x="-2" y="256971"/>
                </a:moveTo>
                <a:cubicBezTo>
                  <a:pt x="11056" y="212928"/>
                  <a:pt x="57916" y="102994"/>
                  <a:pt x="60193" y="79142"/>
                </a:cubicBezTo>
                <a:cubicBezTo>
                  <a:pt x="119350" y="78653"/>
                  <a:pt x="242135" y="24968"/>
                  <a:pt x="303910" y="0"/>
                </a:cubicBezTo>
                <a:cubicBezTo>
                  <a:pt x="389143" y="4178"/>
                  <a:pt x="497244" y="53400"/>
                  <a:pt x="547626" y="79142"/>
                </a:cubicBezTo>
                <a:cubicBezTo>
                  <a:pt x="568759" y="105793"/>
                  <a:pt x="577268" y="176373"/>
                  <a:pt x="607821" y="256971"/>
                </a:cubicBezTo>
                <a:cubicBezTo>
                  <a:pt x="569722" y="288147"/>
                  <a:pt x="481495" y="371708"/>
                  <a:pt x="439161" y="399580"/>
                </a:cubicBezTo>
                <a:cubicBezTo>
                  <a:pt x="365142" y="398606"/>
                  <a:pt x="287467" y="396350"/>
                  <a:pt x="168658" y="399580"/>
                </a:cubicBezTo>
                <a:cubicBezTo>
                  <a:pt x="87738" y="327644"/>
                  <a:pt x="34917" y="289117"/>
                  <a:pt x="-2" y="256971"/>
                </a:cubicBezTo>
                <a:close/>
              </a:path>
              <a:path w="607819" h="399578" stroke="0" extrusionOk="0">
                <a:moveTo>
                  <a:pt x="-2" y="256971"/>
                </a:moveTo>
                <a:cubicBezTo>
                  <a:pt x="42569" y="175485"/>
                  <a:pt x="47171" y="117764"/>
                  <a:pt x="60193" y="79142"/>
                </a:cubicBezTo>
                <a:cubicBezTo>
                  <a:pt x="132610" y="38188"/>
                  <a:pt x="205504" y="26242"/>
                  <a:pt x="303910" y="0"/>
                </a:cubicBezTo>
                <a:cubicBezTo>
                  <a:pt x="370504" y="-1187"/>
                  <a:pt x="428588" y="40263"/>
                  <a:pt x="547626" y="79142"/>
                </a:cubicBezTo>
                <a:cubicBezTo>
                  <a:pt x="574468" y="140420"/>
                  <a:pt x="604651" y="219027"/>
                  <a:pt x="607821" y="256971"/>
                </a:cubicBezTo>
                <a:cubicBezTo>
                  <a:pt x="584484" y="283674"/>
                  <a:pt x="472184" y="346321"/>
                  <a:pt x="439161" y="399580"/>
                </a:cubicBezTo>
                <a:cubicBezTo>
                  <a:pt x="402153" y="392099"/>
                  <a:pt x="247867" y="412855"/>
                  <a:pt x="168658" y="399580"/>
                </a:cubicBezTo>
                <a:cubicBezTo>
                  <a:pt x="116008" y="346639"/>
                  <a:pt x="62022" y="335296"/>
                  <a:pt x="-2" y="256971"/>
                </a:cubicBez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50000"/>
              </a:schemeClr>
            </a:solidFill>
            <a:prstDash val="dashDot"/>
            <a:extLst>
              <a:ext uri="{C807C97D-BFC1-408E-A445-0C87EB9F89A2}">
                <ask:lineSketchStyleProps xmlns:ask="http://schemas.microsoft.com/office/drawing/2018/sketchyshapes" sd="1219033472">
                  <a:prstGeom prst="heptagon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AE</a:t>
            </a:r>
            <a:endParaRPr lang="en-GB" sz="1200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5BDC54DC-878D-73A7-B9F9-398C252BB98A}"/>
              </a:ext>
            </a:extLst>
          </p:cNvPr>
          <p:cNvSpPr/>
          <p:nvPr/>
        </p:nvSpPr>
        <p:spPr>
          <a:xfrm>
            <a:off x="6521145" y="5654221"/>
            <a:ext cx="497089" cy="379238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os</a:t>
            </a:r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7BA1BC67-81A8-3E5D-BE5B-D6F7D02FCDE2}"/>
              </a:ext>
            </a:extLst>
          </p:cNvPr>
          <p:cNvSpPr/>
          <p:nvPr/>
        </p:nvSpPr>
        <p:spPr>
          <a:xfrm>
            <a:off x="10864730" y="4302675"/>
            <a:ext cx="823655" cy="243622"/>
          </a:xfrm>
          <a:custGeom>
            <a:avLst/>
            <a:gdLst>
              <a:gd name="connsiteX0" fmla="*/ 0 w 823655"/>
              <a:gd name="connsiteY0" fmla="*/ 121811 h 243622"/>
              <a:gd name="connsiteX1" fmla="*/ 411828 w 823655"/>
              <a:gd name="connsiteY1" fmla="*/ 0 h 243622"/>
              <a:gd name="connsiteX2" fmla="*/ 823656 w 823655"/>
              <a:gd name="connsiteY2" fmla="*/ 121811 h 243622"/>
              <a:gd name="connsiteX3" fmla="*/ 411828 w 823655"/>
              <a:gd name="connsiteY3" fmla="*/ 243622 h 243622"/>
              <a:gd name="connsiteX4" fmla="*/ 0 w 823655"/>
              <a:gd name="connsiteY4" fmla="*/ 121811 h 2436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23655" h="243622" fill="none" extrusionOk="0">
                <a:moveTo>
                  <a:pt x="0" y="121811"/>
                </a:moveTo>
                <a:cubicBezTo>
                  <a:pt x="-777" y="41487"/>
                  <a:pt x="215381" y="-14440"/>
                  <a:pt x="411828" y="0"/>
                </a:cubicBezTo>
                <a:cubicBezTo>
                  <a:pt x="631118" y="-2653"/>
                  <a:pt x="814192" y="52356"/>
                  <a:pt x="823656" y="121811"/>
                </a:cubicBezTo>
                <a:cubicBezTo>
                  <a:pt x="795084" y="176507"/>
                  <a:pt x="617783" y="237143"/>
                  <a:pt x="411828" y="243622"/>
                </a:cubicBezTo>
                <a:cubicBezTo>
                  <a:pt x="178584" y="247891"/>
                  <a:pt x="-4612" y="197236"/>
                  <a:pt x="0" y="121811"/>
                </a:cubicBezTo>
                <a:close/>
              </a:path>
              <a:path w="823655" h="243622" stroke="0" extrusionOk="0">
                <a:moveTo>
                  <a:pt x="0" y="121811"/>
                </a:moveTo>
                <a:cubicBezTo>
                  <a:pt x="-25556" y="71800"/>
                  <a:pt x="197179" y="6860"/>
                  <a:pt x="411828" y="0"/>
                </a:cubicBezTo>
                <a:cubicBezTo>
                  <a:pt x="640672" y="11908"/>
                  <a:pt x="819423" y="56721"/>
                  <a:pt x="823656" y="121811"/>
                </a:cubicBezTo>
                <a:cubicBezTo>
                  <a:pt x="844654" y="178225"/>
                  <a:pt x="632582" y="211320"/>
                  <a:pt x="411828" y="243622"/>
                </a:cubicBezTo>
                <a:cubicBezTo>
                  <a:pt x="176438" y="244104"/>
                  <a:pt x="-4022" y="184340"/>
                  <a:pt x="0" y="121811"/>
                </a:cubicBezTo>
                <a:close/>
              </a:path>
            </a:pathLst>
          </a:custGeom>
          <a:solidFill>
            <a:schemeClr val="accent2">
              <a:lumMod val="20000"/>
              <a:lumOff val="80000"/>
            </a:schemeClr>
          </a:solidFill>
          <a:ln>
            <a:solidFill>
              <a:srgbClr val="FF0000"/>
            </a:solidFill>
            <a:prstDash val="dashDot"/>
            <a:extLst>
              <a:ext uri="{C807C97D-BFC1-408E-A445-0C87EB9F89A2}">
                <ask:lineSketchStyleProps xmlns:ask="http://schemas.microsoft.com/office/drawing/2018/sketchyshapes" sd="2558881134">
                  <a:prstGeom prst="ellipse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mbcs</a:t>
            </a:r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6997D585-687D-D9AB-6A5C-A36A529D2622}"/>
              </a:ext>
            </a:extLst>
          </p:cNvPr>
          <p:cNvSpPr/>
          <p:nvPr/>
        </p:nvSpPr>
        <p:spPr>
          <a:xfrm>
            <a:off x="11175547" y="3968570"/>
            <a:ext cx="821530" cy="335091"/>
          </a:xfrm>
          <a:custGeom>
            <a:avLst/>
            <a:gdLst>
              <a:gd name="connsiteX0" fmla="*/ 0 w 821530"/>
              <a:gd name="connsiteY0" fmla="*/ 167546 h 335091"/>
              <a:gd name="connsiteX1" fmla="*/ 410765 w 821530"/>
              <a:gd name="connsiteY1" fmla="*/ 0 h 335091"/>
              <a:gd name="connsiteX2" fmla="*/ 821530 w 821530"/>
              <a:gd name="connsiteY2" fmla="*/ 167546 h 335091"/>
              <a:gd name="connsiteX3" fmla="*/ 410765 w 821530"/>
              <a:gd name="connsiteY3" fmla="*/ 335092 h 335091"/>
              <a:gd name="connsiteX4" fmla="*/ 0 w 821530"/>
              <a:gd name="connsiteY4" fmla="*/ 167546 h 3350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21530" h="335091" fill="none" extrusionOk="0">
                <a:moveTo>
                  <a:pt x="0" y="167546"/>
                </a:moveTo>
                <a:cubicBezTo>
                  <a:pt x="2777" y="73491"/>
                  <a:pt x="214844" y="-2608"/>
                  <a:pt x="410765" y="0"/>
                </a:cubicBezTo>
                <a:cubicBezTo>
                  <a:pt x="623881" y="8707"/>
                  <a:pt x="838486" y="77540"/>
                  <a:pt x="821530" y="167546"/>
                </a:cubicBezTo>
                <a:cubicBezTo>
                  <a:pt x="831213" y="249518"/>
                  <a:pt x="617286" y="328469"/>
                  <a:pt x="410765" y="335092"/>
                </a:cubicBezTo>
                <a:cubicBezTo>
                  <a:pt x="175661" y="340340"/>
                  <a:pt x="7697" y="274906"/>
                  <a:pt x="0" y="167546"/>
                </a:cubicBezTo>
                <a:close/>
              </a:path>
              <a:path w="821530" h="335091" stroke="0" extrusionOk="0">
                <a:moveTo>
                  <a:pt x="0" y="167546"/>
                </a:moveTo>
                <a:cubicBezTo>
                  <a:pt x="9587" y="66287"/>
                  <a:pt x="191853" y="20164"/>
                  <a:pt x="410765" y="0"/>
                </a:cubicBezTo>
                <a:cubicBezTo>
                  <a:pt x="636501" y="-621"/>
                  <a:pt x="804631" y="80670"/>
                  <a:pt x="821530" y="167546"/>
                </a:cubicBezTo>
                <a:cubicBezTo>
                  <a:pt x="828441" y="262634"/>
                  <a:pt x="624609" y="351582"/>
                  <a:pt x="410765" y="335092"/>
                </a:cubicBezTo>
                <a:cubicBezTo>
                  <a:pt x="194573" y="343492"/>
                  <a:pt x="-10657" y="266243"/>
                  <a:pt x="0" y="167546"/>
                </a:cubicBezTo>
                <a:close/>
              </a:path>
            </a:pathLst>
          </a:custGeom>
          <a:solidFill>
            <a:schemeClr val="accent2">
              <a:lumMod val="20000"/>
              <a:lumOff val="80000"/>
            </a:schemeClr>
          </a:solidFill>
          <a:ln>
            <a:solidFill>
              <a:srgbClr val="FF0000"/>
            </a:solidFill>
            <a:prstDash val="dashDot"/>
            <a:extLst>
              <a:ext uri="{C807C97D-BFC1-408E-A445-0C87EB9F89A2}">
                <ask:lineSketchStyleProps xmlns:ask="http://schemas.microsoft.com/office/drawing/2018/sketchyshapes" sd="1808761005">
                  <a:prstGeom prst="ellipse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mbcs.ontx</a:t>
            </a:r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AA88175B-5786-3832-99A0-4BE10BA873B9}"/>
              </a:ext>
            </a:extLst>
          </p:cNvPr>
          <p:cNvSpPr/>
          <p:nvPr/>
        </p:nvSpPr>
        <p:spPr>
          <a:xfrm>
            <a:off x="9785715" y="4074202"/>
            <a:ext cx="678314" cy="223035"/>
          </a:xfrm>
          <a:custGeom>
            <a:avLst/>
            <a:gdLst>
              <a:gd name="connsiteX0" fmla="*/ 0 w 678314"/>
              <a:gd name="connsiteY0" fmla="*/ 111518 h 223035"/>
              <a:gd name="connsiteX1" fmla="*/ 339157 w 678314"/>
              <a:gd name="connsiteY1" fmla="*/ 0 h 223035"/>
              <a:gd name="connsiteX2" fmla="*/ 678314 w 678314"/>
              <a:gd name="connsiteY2" fmla="*/ 111518 h 223035"/>
              <a:gd name="connsiteX3" fmla="*/ 339157 w 678314"/>
              <a:gd name="connsiteY3" fmla="*/ 223036 h 223035"/>
              <a:gd name="connsiteX4" fmla="*/ 0 w 678314"/>
              <a:gd name="connsiteY4" fmla="*/ 111518 h 2230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78314" h="223035" fill="none" extrusionOk="0">
                <a:moveTo>
                  <a:pt x="0" y="111518"/>
                </a:moveTo>
                <a:cubicBezTo>
                  <a:pt x="15551" y="35147"/>
                  <a:pt x="175286" y="1547"/>
                  <a:pt x="339157" y="0"/>
                </a:cubicBezTo>
                <a:cubicBezTo>
                  <a:pt x="527110" y="1098"/>
                  <a:pt x="676780" y="49895"/>
                  <a:pt x="678314" y="111518"/>
                </a:cubicBezTo>
                <a:cubicBezTo>
                  <a:pt x="688946" y="174650"/>
                  <a:pt x="511022" y="215987"/>
                  <a:pt x="339157" y="223036"/>
                </a:cubicBezTo>
                <a:cubicBezTo>
                  <a:pt x="142365" y="225865"/>
                  <a:pt x="510" y="172417"/>
                  <a:pt x="0" y="111518"/>
                </a:cubicBezTo>
                <a:close/>
              </a:path>
              <a:path w="678314" h="223035" stroke="0" extrusionOk="0">
                <a:moveTo>
                  <a:pt x="0" y="111518"/>
                </a:moveTo>
                <a:cubicBezTo>
                  <a:pt x="-6138" y="60697"/>
                  <a:pt x="140226" y="-4798"/>
                  <a:pt x="339157" y="0"/>
                </a:cubicBezTo>
                <a:cubicBezTo>
                  <a:pt x="532539" y="-896"/>
                  <a:pt x="674208" y="57407"/>
                  <a:pt x="678314" y="111518"/>
                </a:cubicBezTo>
                <a:cubicBezTo>
                  <a:pt x="654204" y="181166"/>
                  <a:pt x="510081" y="242414"/>
                  <a:pt x="339157" y="223036"/>
                </a:cubicBezTo>
                <a:cubicBezTo>
                  <a:pt x="153309" y="222089"/>
                  <a:pt x="-11205" y="175678"/>
                  <a:pt x="0" y="111518"/>
                </a:cubicBezTo>
                <a:close/>
              </a:path>
            </a:pathLst>
          </a:custGeom>
          <a:solidFill>
            <a:schemeClr val="accent2">
              <a:lumMod val="20000"/>
              <a:lumOff val="80000"/>
            </a:schemeClr>
          </a:solidFill>
          <a:ln>
            <a:solidFill>
              <a:srgbClr val="FF0000"/>
            </a:solidFill>
            <a:prstDash val="dashDot"/>
            <a:extLst>
              <a:ext uri="{C807C97D-BFC1-408E-A445-0C87EB9F89A2}">
                <ask:lineSketchStyleProps xmlns:ask="http://schemas.microsoft.com/office/drawing/2018/sketchyshapes" sd="981765707">
                  <a:prstGeom prst="ellipse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Idfs</a:t>
            </a:r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1BDC4F59-CF1D-16DB-88EF-E0772C173C7D}"/>
              </a:ext>
            </a:extLst>
          </p:cNvPr>
          <p:cNvSpPr/>
          <p:nvPr/>
        </p:nvSpPr>
        <p:spPr>
          <a:xfrm>
            <a:off x="9917438" y="4309923"/>
            <a:ext cx="971550" cy="287757"/>
          </a:xfrm>
          <a:custGeom>
            <a:avLst/>
            <a:gdLst>
              <a:gd name="connsiteX0" fmla="*/ 0 w 971550"/>
              <a:gd name="connsiteY0" fmla="*/ 143879 h 287757"/>
              <a:gd name="connsiteX1" fmla="*/ 485775 w 971550"/>
              <a:gd name="connsiteY1" fmla="*/ 0 h 287757"/>
              <a:gd name="connsiteX2" fmla="*/ 971550 w 971550"/>
              <a:gd name="connsiteY2" fmla="*/ 143879 h 287757"/>
              <a:gd name="connsiteX3" fmla="*/ 485775 w 971550"/>
              <a:gd name="connsiteY3" fmla="*/ 287758 h 287757"/>
              <a:gd name="connsiteX4" fmla="*/ 0 w 971550"/>
              <a:gd name="connsiteY4" fmla="*/ 143879 h 2877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71550" h="287757" fill="none" extrusionOk="0">
                <a:moveTo>
                  <a:pt x="0" y="143879"/>
                </a:moveTo>
                <a:cubicBezTo>
                  <a:pt x="40681" y="79199"/>
                  <a:pt x="207772" y="38369"/>
                  <a:pt x="485775" y="0"/>
                </a:cubicBezTo>
                <a:cubicBezTo>
                  <a:pt x="760625" y="-8879"/>
                  <a:pt x="980142" y="60501"/>
                  <a:pt x="971550" y="143879"/>
                </a:cubicBezTo>
                <a:cubicBezTo>
                  <a:pt x="967471" y="192463"/>
                  <a:pt x="744174" y="277237"/>
                  <a:pt x="485775" y="287758"/>
                </a:cubicBezTo>
                <a:cubicBezTo>
                  <a:pt x="218854" y="275230"/>
                  <a:pt x="5303" y="226663"/>
                  <a:pt x="0" y="143879"/>
                </a:cubicBezTo>
                <a:close/>
              </a:path>
              <a:path w="971550" h="287757" stroke="0" extrusionOk="0">
                <a:moveTo>
                  <a:pt x="0" y="143879"/>
                </a:moveTo>
                <a:cubicBezTo>
                  <a:pt x="6600" y="80081"/>
                  <a:pt x="199556" y="-13371"/>
                  <a:pt x="485775" y="0"/>
                </a:cubicBezTo>
                <a:cubicBezTo>
                  <a:pt x="739520" y="1883"/>
                  <a:pt x="975339" y="63868"/>
                  <a:pt x="971550" y="143879"/>
                </a:cubicBezTo>
                <a:cubicBezTo>
                  <a:pt x="978973" y="221089"/>
                  <a:pt x="759726" y="282679"/>
                  <a:pt x="485775" y="287758"/>
                </a:cubicBezTo>
                <a:cubicBezTo>
                  <a:pt x="208120" y="288534"/>
                  <a:pt x="-2537" y="232239"/>
                  <a:pt x="0" y="143879"/>
                </a:cubicBezTo>
                <a:close/>
              </a:path>
            </a:pathLst>
          </a:custGeom>
          <a:solidFill>
            <a:schemeClr val="accent2">
              <a:lumMod val="20000"/>
              <a:lumOff val="80000"/>
            </a:schemeClr>
          </a:solidFill>
          <a:ln>
            <a:solidFill>
              <a:srgbClr val="FF0000"/>
            </a:solidFill>
            <a:prstDash val="dashDot"/>
            <a:extLst>
              <a:ext uri="{C807C97D-BFC1-408E-A445-0C87EB9F89A2}">
                <ask:lineSketchStyleProps xmlns:ask="http://schemas.microsoft.com/office/drawing/2018/sketchyshapes" sd="579111871">
                  <a:prstGeom prst="ellipse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 err="1">
                <a:solidFill>
                  <a:schemeClr val="tx1"/>
                </a:solidFill>
              </a:rPr>
              <a:t>tx.beva</a:t>
            </a:r>
            <a:endParaRPr lang="en-GB" sz="12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55918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143964-EF21-6CD1-18E0-497CFE232F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97027"/>
          </a:xfrm>
        </p:spPr>
        <p:txBody>
          <a:bodyPr>
            <a:normAutofit fontScale="90000"/>
          </a:bodyPr>
          <a:lstStyle/>
          <a:p>
            <a:r>
              <a:rPr lang="en-GB" dirty="0"/>
              <a:t>Model diagram</a:t>
            </a:r>
          </a:p>
        </p:txBody>
      </p:sp>
      <p:sp>
        <p:nvSpPr>
          <p:cNvPr id="4" name="Arrow: Right 3">
            <a:extLst>
              <a:ext uri="{FF2B5EF4-FFF2-40B4-BE49-F238E27FC236}">
                <a16:creationId xmlns:a16="http://schemas.microsoft.com/office/drawing/2014/main" id="{E4AD875B-0087-1205-2D74-F437183E1A41}"/>
              </a:ext>
            </a:extLst>
          </p:cNvPr>
          <p:cNvSpPr/>
          <p:nvPr/>
        </p:nvSpPr>
        <p:spPr>
          <a:xfrm>
            <a:off x="2777066" y="3142343"/>
            <a:ext cx="725715" cy="319314"/>
          </a:xfrm>
          <a:prstGeom prst="rightArrow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14DA65C4-F014-5E0A-B51D-3ABCFD33E003}"/>
              </a:ext>
            </a:extLst>
          </p:cNvPr>
          <p:cNvSpPr/>
          <p:nvPr/>
        </p:nvSpPr>
        <p:spPr>
          <a:xfrm>
            <a:off x="164494" y="2544838"/>
            <a:ext cx="2596843" cy="266860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400" b="1" dirty="0"/>
              <a:t>Start simulation</a:t>
            </a:r>
          </a:p>
          <a:p>
            <a:r>
              <a:rPr lang="en-GB" sz="1400" dirty="0"/>
              <a:t>Set baseline demographic and disease characteristics: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 dirty="0"/>
              <a:t>Age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 dirty="0"/>
              <a:t>Sex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 dirty="0"/>
              <a:t>EDSS ∈ (0,…,9)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 dirty="0"/>
              <a:t>SPMS Status = 0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 dirty="0"/>
              <a:t>Treatment</a:t>
            </a:r>
          </a:p>
          <a:p>
            <a:endParaRPr lang="en-GB" sz="1400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C13E34D3-F2C1-6B74-122D-C96FDB48439A}"/>
              </a:ext>
            </a:extLst>
          </p:cNvPr>
          <p:cNvSpPr/>
          <p:nvPr/>
        </p:nvSpPr>
        <p:spPr>
          <a:xfrm>
            <a:off x="3502781" y="1514901"/>
            <a:ext cx="3557661" cy="375499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400" b="1" dirty="0"/>
              <a:t>Simulate events</a:t>
            </a:r>
          </a:p>
          <a:p>
            <a:r>
              <a:rPr lang="en-GB" sz="1400" b="1" dirty="0"/>
              <a:t>If SPMS Status = 0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400" dirty="0"/>
              <a:t>If EDSS&lt;9: EDSS increase (CDP3/6)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400" dirty="0"/>
              <a:t>If EDSS&gt;0: EDSS reduction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400" dirty="0"/>
              <a:t>Progression to SPMS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400" dirty="0"/>
              <a:t>Relapse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400" dirty="0"/>
              <a:t>Adverse events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400" dirty="0"/>
              <a:t>Non-event driven treatment change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400" dirty="0"/>
              <a:t>Death</a:t>
            </a:r>
          </a:p>
          <a:p>
            <a:endParaRPr lang="en-GB" sz="1400" dirty="0"/>
          </a:p>
          <a:p>
            <a:r>
              <a:rPr lang="en-GB" sz="1400" b="1" dirty="0"/>
              <a:t>If SPMS Status = 1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400" dirty="0"/>
              <a:t>If EDSS&lt;9: EDSS increase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400" dirty="0"/>
              <a:t>Relapse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400" dirty="0"/>
              <a:t>Adverse events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400" dirty="0"/>
              <a:t>Death</a:t>
            </a:r>
          </a:p>
          <a:p>
            <a:endParaRPr lang="en-GB" sz="1400" dirty="0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8B0539E5-9AD5-4605-C998-1305764EFB53}"/>
              </a:ext>
            </a:extLst>
          </p:cNvPr>
          <p:cNvSpPr/>
          <p:nvPr/>
        </p:nvSpPr>
        <p:spPr>
          <a:xfrm>
            <a:off x="7060442" y="3218313"/>
            <a:ext cx="1427998" cy="319314"/>
          </a:xfrm>
          <a:prstGeom prst="rightArrow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630B42DC-7538-C9CD-7B46-65BB5B96F723}"/>
              </a:ext>
            </a:extLst>
          </p:cNvPr>
          <p:cNvSpPr/>
          <p:nvPr/>
        </p:nvSpPr>
        <p:spPr>
          <a:xfrm>
            <a:off x="8488440" y="2936047"/>
            <a:ext cx="3331030" cy="93926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400" b="1" dirty="0"/>
              <a:t>Resolve competing risks:</a:t>
            </a:r>
          </a:p>
          <a:p>
            <a:r>
              <a:rPr lang="en-GB" sz="1400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Select the event which occurs first</a:t>
            </a:r>
            <a:endParaRPr lang="en-GB" sz="1400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723EA656-7B06-4F44-286A-B0E61DD30716}"/>
              </a:ext>
            </a:extLst>
          </p:cNvPr>
          <p:cNvSpPr/>
          <p:nvPr/>
        </p:nvSpPr>
        <p:spPr>
          <a:xfrm>
            <a:off x="3502781" y="6111725"/>
            <a:ext cx="3331031" cy="60476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400" dirty="0"/>
              <a:t>Update demographics, EDSS, SPMS status, annual costs, annual QALYs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82B540FA-D8D1-E15A-7EDA-FBF609C3EC31}"/>
              </a:ext>
            </a:extLst>
          </p:cNvPr>
          <p:cNvSpPr/>
          <p:nvPr/>
        </p:nvSpPr>
        <p:spPr>
          <a:xfrm>
            <a:off x="8488439" y="4428063"/>
            <a:ext cx="3331029" cy="84183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400" b="1" dirty="0"/>
              <a:t>Evaluate (non-death) event</a:t>
            </a:r>
          </a:p>
          <a:p>
            <a:r>
              <a:rPr lang="en-GB" sz="1400" dirty="0"/>
              <a:t>Add event costs and subtract disutility</a:t>
            </a:r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F7D32151-4AC1-9262-076B-AB05DDD32D07}"/>
              </a:ext>
            </a:extLst>
          </p:cNvPr>
          <p:cNvSpPr/>
          <p:nvPr/>
        </p:nvSpPr>
        <p:spPr>
          <a:xfrm rot="5400000">
            <a:off x="9877577" y="3984171"/>
            <a:ext cx="552749" cy="335035"/>
          </a:xfrm>
          <a:prstGeom prst="rightArrow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FE02B1FF-0216-518A-5C6A-7D99CF0CE300}"/>
              </a:ext>
            </a:extLst>
          </p:cNvPr>
          <p:cNvSpPr/>
          <p:nvPr/>
        </p:nvSpPr>
        <p:spPr>
          <a:xfrm rot="10800000">
            <a:off x="6833811" y="6254449"/>
            <a:ext cx="1654628" cy="319314"/>
          </a:xfrm>
          <a:prstGeom prst="rightArrow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ADF75CF4-951E-9B30-2777-8BC8FC76AEB0}"/>
              </a:ext>
            </a:extLst>
          </p:cNvPr>
          <p:cNvSpPr/>
          <p:nvPr/>
        </p:nvSpPr>
        <p:spPr>
          <a:xfrm rot="16200000">
            <a:off x="4747381" y="5523290"/>
            <a:ext cx="841832" cy="335035"/>
          </a:xfrm>
          <a:prstGeom prst="rightArrow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533FBB1E-20C7-1727-9839-D6895E306B89}"/>
              </a:ext>
            </a:extLst>
          </p:cNvPr>
          <p:cNvSpPr/>
          <p:nvPr/>
        </p:nvSpPr>
        <p:spPr>
          <a:xfrm>
            <a:off x="8488439" y="1601856"/>
            <a:ext cx="3331030" cy="48139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400" b="1" dirty="0"/>
              <a:t>Death</a:t>
            </a:r>
          </a:p>
          <a:p>
            <a:r>
              <a:rPr lang="en-GB" sz="1400" dirty="0"/>
              <a:t>Total costs and QALYs</a:t>
            </a:r>
          </a:p>
        </p:txBody>
      </p:sp>
      <p:sp>
        <p:nvSpPr>
          <p:cNvPr id="15" name="Arrow: Right 14">
            <a:extLst>
              <a:ext uri="{FF2B5EF4-FFF2-40B4-BE49-F238E27FC236}">
                <a16:creationId xmlns:a16="http://schemas.microsoft.com/office/drawing/2014/main" id="{52CAE494-509B-CE19-DFBF-7CADC06C2DF6}"/>
              </a:ext>
            </a:extLst>
          </p:cNvPr>
          <p:cNvSpPr/>
          <p:nvPr/>
        </p:nvSpPr>
        <p:spPr>
          <a:xfrm rot="16200000">
            <a:off x="9734059" y="2358155"/>
            <a:ext cx="839788" cy="335035"/>
          </a:xfrm>
          <a:prstGeom prst="rightArrow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21E95744-4BF8-E421-0E49-CCD37C62AC9D}"/>
              </a:ext>
            </a:extLst>
          </p:cNvPr>
          <p:cNvSpPr/>
          <p:nvPr/>
        </p:nvSpPr>
        <p:spPr>
          <a:xfrm>
            <a:off x="8488440" y="6111725"/>
            <a:ext cx="3331028" cy="60476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400" dirty="0"/>
              <a:t>Update treatment if changed.</a:t>
            </a:r>
          </a:p>
        </p:txBody>
      </p:sp>
      <p:sp>
        <p:nvSpPr>
          <p:cNvPr id="17" name="Arrow: Right 16">
            <a:extLst>
              <a:ext uri="{FF2B5EF4-FFF2-40B4-BE49-F238E27FC236}">
                <a16:creationId xmlns:a16="http://schemas.microsoft.com/office/drawing/2014/main" id="{4DBF6D3A-5EAF-056F-D2E6-B967D03E9540}"/>
              </a:ext>
            </a:extLst>
          </p:cNvPr>
          <p:cNvSpPr/>
          <p:nvPr/>
        </p:nvSpPr>
        <p:spPr>
          <a:xfrm rot="5400000">
            <a:off x="9733037" y="5523292"/>
            <a:ext cx="841831" cy="335035"/>
          </a:xfrm>
          <a:prstGeom prst="rightArrow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947707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CE3D2A8E3060445845CB33F649944D9" ma:contentTypeVersion="12" ma:contentTypeDescription="Create a new document." ma:contentTypeScope="" ma:versionID="7c8efc5d897a5a54c153d61be50fc1e0">
  <xsd:schema xmlns:xsd="http://www.w3.org/2001/XMLSchema" xmlns:xs="http://www.w3.org/2001/XMLSchema" xmlns:p="http://schemas.microsoft.com/office/2006/metadata/properties" xmlns:ns2="a4e98822-f433-4c96-8830-5cb2d7491f7d" xmlns:ns3="adc125f1-7df9-46f4-a9a7-022dd426a2bb" targetNamespace="http://schemas.microsoft.com/office/2006/metadata/properties" ma:root="true" ma:fieldsID="7c927ce20f93a00fedc297caf603d12c" ns2:_="" ns3:_="">
    <xsd:import namespace="a4e98822-f433-4c96-8830-5cb2d7491f7d"/>
    <xsd:import namespace="adc125f1-7df9-46f4-a9a7-022dd426a2b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4e98822-f433-4c96-8830-5cb2d7491f7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5" nillable="true" ma:taxonomy="true" ma:internalName="lcf76f155ced4ddcb4097134ff3c332f" ma:taxonomyFieldName="MediaServiceImageTags" ma:displayName="Image Tags" ma:readOnly="false" ma:fieldId="{5cf76f15-5ced-4ddc-b409-7134ff3c332f}" ma:taxonomyMulti="true" ma:sspId="dd084387-097e-4aef-8f33-0dee7b0eb57f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dc125f1-7df9-46f4-a9a7-022dd426a2bb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a4e98822-f433-4c96-8830-5cb2d7491f7d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913DA8CC-EFE1-4EBA-9E5E-7856EE2CBA94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A64A3206-0897-4FEF-A9EE-660807062AE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4e98822-f433-4c96-8830-5cb2d7491f7d"/>
    <ds:schemaRef ds:uri="adc125f1-7df9-46f4-a9a7-022dd426a2b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084EE480-0906-4286-82F6-6608EC3997C8}">
  <ds:schemaRefs>
    <ds:schemaRef ds:uri="http://schemas.microsoft.com/office/2006/metadata/properties"/>
    <ds:schemaRef ds:uri="http://schemas.microsoft.com/office/infopath/2007/PartnerControls"/>
    <ds:schemaRef ds:uri="a4e98822-f433-4c96-8830-5cb2d7491f7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736</Words>
  <Application>Microsoft Office PowerPoint</Application>
  <PresentationFormat>Widescreen</PresentationFormat>
  <Paragraphs>280</Paragraphs>
  <Slides>10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Arial</vt:lpstr>
      <vt:lpstr>Office Theme</vt:lpstr>
      <vt:lpstr>PowerPoint Presentation</vt:lpstr>
      <vt:lpstr>Early Breast Cancer example</vt:lpstr>
      <vt:lpstr>EBC Model diagram</vt:lpstr>
      <vt:lpstr>Initial events; int &amp; no int groups</vt:lpstr>
      <vt:lpstr>event reactions &amp; logical flags </vt:lpstr>
      <vt:lpstr>Multiple Sclerosis model adaptation</vt:lpstr>
      <vt:lpstr>MS Model diagram</vt:lpstr>
      <vt:lpstr>Initial events; int &amp; no int groups</vt:lpstr>
      <vt:lpstr>event reactions &amp; logical flags </vt:lpstr>
      <vt:lpstr>Model diagram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Ayman Sadek</dc:creator>
  <cp:lastModifiedBy>Ayman Sadek</cp:lastModifiedBy>
  <cp:revision>5</cp:revision>
  <dcterms:created xsi:type="dcterms:W3CDTF">2024-05-23T15:22:30Z</dcterms:created>
  <dcterms:modified xsi:type="dcterms:W3CDTF">2024-05-31T09:44:54Z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0x010100ACE3D2A8E3060445845CB33F649944D9</vt:lpwstr>
  </property>
  <property fmtid="{D5CDD505-2E9C-101B-9397-08002B2CF9AE}" pid="3" name="MediaServiceImageTags">
    <vt:lpwstr/>
  </property>
</Properties>
</file>