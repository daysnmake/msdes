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BBD6AE-3865-4F37-ACB6-3E0A46E3E7F1}" v="5" dt="2024-05-22T08:44:34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4660"/>
  </p:normalViewPr>
  <p:slideViewPr>
    <p:cSldViewPr snapToGrid="0">
      <p:cViewPr varScale="1">
        <p:scale>
          <a:sx n="79" d="100"/>
          <a:sy n="79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man Sadek" userId="752c5ff3-fa6e-41ca-8b19-8aac695725de" providerId="ADAL" clId="{45BBD6AE-3865-4F37-ACB6-3E0A46E3E7F1}"/>
    <pc:docChg chg="undo custSel modSld">
      <pc:chgData name="Ayman Sadek" userId="752c5ff3-fa6e-41ca-8b19-8aac695725de" providerId="ADAL" clId="{45BBD6AE-3865-4F37-ACB6-3E0A46E3E7F1}" dt="2024-05-23T14:04:51.501" v="883" actId="27636"/>
      <pc:docMkLst>
        <pc:docMk/>
      </pc:docMkLst>
      <pc:sldChg chg="addSp delSp modSp mod">
        <pc:chgData name="Ayman Sadek" userId="752c5ff3-fa6e-41ca-8b19-8aac695725de" providerId="ADAL" clId="{45BBD6AE-3865-4F37-ACB6-3E0A46E3E7F1}" dt="2024-05-22T08:47:37.840" v="767" actId="27636"/>
        <pc:sldMkLst>
          <pc:docMk/>
          <pc:sldMk cId="2232819391" sldId="258"/>
        </pc:sldMkLst>
        <pc:spChg chg="mod">
          <ac:chgData name="Ayman Sadek" userId="752c5ff3-fa6e-41ca-8b19-8aac695725de" providerId="ADAL" clId="{45BBD6AE-3865-4F37-ACB6-3E0A46E3E7F1}" dt="2024-05-22T08:47:37.840" v="767" actId="27636"/>
          <ac:spMkLst>
            <pc:docMk/>
            <pc:sldMk cId="2232819391" sldId="258"/>
            <ac:spMk id="3" creationId="{D5764F7F-7188-E0C1-A73B-3163F77ED4DB}"/>
          </ac:spMkLst>
        </pc:spChg>
        <pc:spChg chg="add del mod">
          <ac:chgData name="Ayman Sadek" userId="752c5ff3-fa6e-41ca-8b19-8aac695725de" providerId="ADAL" clId="{45BBD6AE-3865-4F37-ACB6-3E0A46E3E7F1}" dt="2024-05-22T08:47:28.367" v="765" actId="478"/>
          <ac:spMkLst>
            <pc:docMk/>
            <pc:sldMk cId="2232819391" sldId="258"/>
            <ac:spMk id="4" creationId="{ED6BC51F-C736-A6E1-CA31-04FC667E9110}"/>
          </ac:spMkLst>
        </pc:spChg>
      </pc:sldChg>
      <pc:sldChg chg="addSp modSp mod">
        <pc:chgData name="Ayman Sadek" userId="752c5ff3-fa6e-41ca-8b19-8aac695725de" providerId="ADAL" clId="{45BBD6AE-3865-4F37-ACB6-3E0A46E3E7F1}" dt="2024-05-23T14:04:51.501" v="883" actId="27636"/>
        <pc:sldMkLst>
          <pc:docMk/>
          <pc:sldMk cId="55454255" sldId="259"/>
        </pc:sldMkLst>
        <pc:spChg chg="mod">
          <ac:chgData name="Ayman Sadek" userId="752c5ff3-fa6e-41ca-8b19-8aac695725de" providerId="ADAL" clId="{45BBD6AE-3865-4F37-ACB6-3E0A46E3E7F1}" dt="2024-05-23T14:04:51.501" v="883" actId="27636"/>
          <ac:spMkLst>
            <pc:docMk/>
            <pc:sldMk cId="55454255" sldId="259"/>
            <ac:spMk id="3" creationId="{C2F34A35-DE82-5080-222C-FB96FA7AD205}"/>
          </ac:spMkLst>
        </pc:spChg>
        <pc:spChg chg="add mod">
          <ac:chgData name="Ayman Sadek" userId="752c5ff3-fa6e-41ca-8b19-8aac695725de" providerId="ADAL" clId="{45BBD6AE-3865-4F37-ACB6-3E0A46E3E7F1}" dt="2024-05-23T12:16:10.381" v="858" actId="20577"/>
          <ac:spMkLst>
            <pc:docMk/>
            <pc:sldMk cId="55454255" sldId="259"/>
            <ac:spMk id="4" creationId="{7AB5037C-34A6-0F53-81AB-69A3C753AC4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8A64F2-4510-451B-86A3-88597AC34D4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E022075-874B-43F1-A40C-6F62424B82F4}">
      <dgm:prSet phldrT="[Text]" custT="1"/>
      <dgm:spPr/>
      <dgm:t>
        <a:bodyPr/>
        <a:lstStyle/>
        <a:p>
          <a:r>
            <a:rPr lang="en-US" sz="1200" b="1" dirty="0"/>
            <a:t>Raw-data</a:t>
          </a:r>
          <a:endParaRPr lang="en-GB" sz="1200" b="1" dirty="0"/>
        </a:p>
      </dgm:t>
    </dgm:pt>
    <dgm:pt modelId="{24EB40A0-8CB4-4E13-9F11-94FD444EF9E1}" type="parTrans" cxnId="{0A893DED-34E2-4084-88F0-AAF4EB4B2FC5}">
      <dgm:prSet/>
      <dgm:spPr/>
      <dgm:t>
        <a:bodyPr/>
        <a:lstStyle/>
        <a:p>
          <a:endParaRPr lang="en-GB" sz="1200"/>
        </a:p>
      </dgm:t>
    </dgm:pt>
    <dgm:pt modelId="{CC32D89A-D952-471C-A072-DFA1069BAFE8}" type="sibTrans" cxnId="{0A893DED-34E2-4084-88F0-AAF4EB4B2FC5}">
      <dgm:prSet/>
      <dgm:spPr/>
      <dgm:t>
        <a:bodyPr/>
        <a:lstStyle/>
        <a:p>
          <a:endParaRPr lang="en-GB" sz="1200"/>
        </a:p>
      </dgm:t>
    </dgm:pt>
    <dgm:pt modelId="{0B49AE31-B043-406F-B44F-46BEE89D9D7D}" type="asst">
      <dgm:prSet phldrT="[Text]" custT="1"/>
      <dgm:spPr/>
      <dgm:t>
        <a:bodyPr/>
        <a:lstStyle/>
        <a:p>
          <a:r>
            <a:rPr lang="en-US" sz="1200" b="1" dirty="0"/>
            <a:t>Data</a:t>
          </a:r>
          <a:endParaRPr lang="en-GB" sz="1200" b="1" dirty="0"/>
        </a:p>
      </dgm:t>
    </dgm:pt>
    <dgm:pt modelId="{78FE652F-222B-463D-BD84-37A60F1B3E24}" type="parTrans" cxnId="{E766EE5A-5483-4504-98F5-37FF81FEAC77}">
      <dgm:prSet/>
      <dgm:spPr/>
      <dgm:t>
        <a:bodyPr/>
        <a:lstStyle/>
        <a:p>
          <a:endParaRPr lang="en-GB" sz="1200"/>
        </a:p>
      </dgm:t>
    </dgm:pt>
    <dgm:pt modelId="{ECC76A68-E608-4A64-AECF-B1E052DF1C15}" type="sibTrans" cxnId="{E766EE5A-5483-4504-98F5-37FF81FEAC77}">
      <dgm:prSet/>
      <dgm:spPr/>
      <dgm:t>
        <a:bodyPr/>
        <a:lstStyle/>
        <a:p>
          <a:endParaRPr lang="en-GB" sz="1200"/>
        </a:p>
      </dgm:t>
    </dgm:pt>
    <dgm:pt modelId="{BB1E6665-4489-4B40-B1F8-81A78E20A89A}">
      <dgm:prSet phldrT="[Text]" custT="1"/>
      <dgm:spPr/>
      <dgm:t>
        <a:bodyPr/>
        <a:lstStyle/>
        <a:p>
          <a:r>
            <a:rPr lang="en-US" sz="1200" b="1" dirty="0"/>
            <a:t>R</a:t>
          </a:r>
          <a:endParaRPr lang="en-GB" sz="1200" b="1" dirty="0"/>
        </a:p>
      </dgm:t>
    </dgm:pt>
    <dgm:pt modelId="{22C3CF89-D415-4037-A71A-61C90606A73B}" type="parTrans" cxnId="{307BA8D4-2BD0-4003-B4E9-A731A7A719EA}">
      <dgm:prSet/>
      <dgm:spPr/>
      <dgm:t>
        <a:bodyPr/>
        <a:lstStyle/>
        <a:p>
          <a:endParaRPr lang="en-GB" sz="1200"/>
        </a:p>
      </dgm:t>
    </dgm:pt>
    <dgm:pt modelId="{9E79B5B4-BE4F-4448-B2F2-D7A030F83978}" type="sibTrans" cxnId="{307BA8D4-2BD0-4003-B4E9-A731A7A719EA}">
      <dgm:prSet/>
      <dgm:spPr/>
      <dgm:t>
        <a:bodyPr/>
        <a:lstStyle/>
        <a:p>
          <a:endParaRPr lang="en-GB" sz="1200"/>
        </a:p>
      </dgm:t>
    </dgm:pt>
    <dgm:pt modelId="{7334B320-33DF-4F6F-8F45-CA801728A6E2}">
      <dgm:prSet phldrT="[Text]" custT="1"/>
      <dgm:spPr/>
      <dgm:t>
        <a:bodyPr/>
        <a:lstStyle/>
        <a:p>
          <a:r>
            <a:rPr lang="en-US" sz="1200" b="1" dirty="0"/>
            <a:t>Analysis </a:t>
          </a:r>
          <a:endParaRPr lang="en-GB" sz="1200" b="1" dirty="0"/>
        </a:p>
      </dgm:t>
    </dgm:pt>
    <dgm:pt modelId="{40C9BFE4-5E46-4442-80CA-41D59A237E3B}" type="parTrans" cxnId="{A46B6C09-4361-4674-B71E-C2B53F2FF520}">
      <dgm:prSet/>
      <dgm:spPr/>
      <dgm:t>
        <a:bodyPr/>
        <a:lstStyle/>
        <a:p>
          <a:endParaRPr lang="en-GB" sz="1200"/>
        </a:p>
      </dgm:t>
    </dgm:pt>
    <dgm:pt modelId="{7F3DAD8B-51D2-4DBA-91F5-9BA6F4813B7E}" type="sibTrans" cxnId="{A46B6C09-4361-4674-B71E-C2B53F2FF520}">
      <dgm:prSet/>
      <dgm:spPr/>
      <dgm:t>
        <a:bodyPr/>
        <a:lstStyle/>
        <a:p>
          <a:endParaRPr lang="en-GB" sz="1200"/>
        </a:p>
      </dgm:t>
    </dgm:pt>
    <dgm:pt modelId="{B87ACD07-4742-45CA-899F-2154AFD0B7B1}">
      <dgm:prSet phldrT="[Text]" custT="1"/>
      <dgm:spPr/>
      <dgm:t>
        <a:bodyPr/>
        <a:lstStyle/>
        <a:p>
          <a:r>
            <a:rPr lang="en-US" sz="1200" dirty="0"/>
            <a:t>Figs</a:t>
          </a:r>
          <a:endParaRPr lang="en-GB" sz="1200" dirty="0"/>
        </a:p>
      </dgm:t>
    </dgm:pt>
    <dgm:pt modelId="{520E6A65-AA20-4A13-925A-DBFBAD2981F0}" type="parTrans" cxnId="{0A895A06-6E66-438F-89BE-B4B32CC05EE4}">
      <dgm:prSet/>
      <dgm:spPr/>
      <dgm:t>
        <a:bodyPr/>
        <a:lstStyle/>
        <a:p>
          <a:endParaRPr lang="en-GB"/>
        </a:p>
      </dgm:t>
    </dgm:pt>
    <dgm:pt modelId="{13DB29DD-5CFA-472C-B43C-D3CB14F1D07E}" type="sibTrans" cxnId="{0A895A06-6E66-438F-89BE-B4B32CC05EE4}">
      <dgm:prSet/>
      <dgm:spPr/>
      <dgm:t>
        <a:bodyPr/>
        <a:lstStyle/>
        <a:p>
          <a:endParaRPr lang="en-GB"/>
        </a:p>
      </dgm:t>
    </dgm:pt>
    <dgm:pt modelId="{1EC2746A-9260-446E-B0A1-2B21CE53DC3F}">
      <dgm:prSet phldrT="[Text]" custT="1"/>
      <dgm:spPr/>
      <dgm:t>
        <a:bodyPr/>
        <a:lstStyle/>
        <a:p>
          <a:r>
            <a:rPr lang="en-US" sz="1200" dirty="0"/>
            <a:t>Report</a:t>
          </a:r>
          <a:endParaRPr lang="en-GB" sz="1200" dirty="0"/>
        </a:p>
      </dgm:t>
    </dgm:pt>
    <dgm:pt modelId="{DF4FFF4A-DC36-42EB-BD68-0C2EC77C62BE}" type="parTrans" cxnId="{FAF0264D-0DE0-4E6A-B40A-313AA7720EB0}">
      <dgm:prSet/>
      <dgm:spPr/>
      <dgm:t>
        <a:bodyPr/>
        <a:lstStyle/>
        <a:p>
          <a:endParaRPr lang="en-GB"/>
        </a:p>
      </dgm:t>
    </dgm:pt>
    <dgm:pt modelId="{4C4E2B21-7D40-457D-BCCE-F5D80574C45A}" type="sibTrans" cxnId="{FAF0264D-0DE0-4E6A-B40A-313AA7720EB0}">
      <dgm:prSet/>
      <dgm:spPr/>
      <dgm:t>
        <a:bodyPr/>
        <a:lstStyle/>
        <a:p>
          <a:endParaRPr lang="en-GB"/>
        </a:p>
      </dgm:t>
    </dgm:pt>
    <dgm:pt modelId="{432851A7-6B5F-4500-8120-103351F42CD7}">
      <dgm:prSet phldrT="[Text]" custT="1"/>
      <dgm:spPr/>
      <dgm:t>
        <a:bodyPr/>
        <a:lstStyle/>
        <a:p>
          <a:r>
            <a:rPr lang="en-US" sz="1200" dirty="0"/>
            <a:t>Vignettes</a:t>
          </a:r>
          <a:endParaRPr lang="en-GB" sz="1200" dirty="0"/>
        </a:p>
      </dgm:t>
    </dgm:pt>
    <dgm:pt modelId="{ADA8AA3C-8C7F-4988-AE8A-2C8D4598FE40}" type="parTrans" cxnId="{8AF3463C-4804-425F-BD6D-108E05B9012F}">
      <dgm:prSet/>
      <dgm:spPr/>
      <dgm:t>
        <a:bodyPr/>
        <a:lstStyle/>
        <a:p>
          <a:endParaRPr lang="en-GB"/>
        </a:p>
      </dgm:t>
    </dgm:pt>
    <dgm:pt modelId="{A8ECA026-D576-4A32-BEB0-641F092E2E3E}" type="sibTrans" cxnId="{8AF3463C-4804-425F-BD6D-108E05B9012F}">
      <dgm:prSet/>
      <dgm:spPr/>
      <dgm:t>
        <a:bodyPr/>
        <a:lstStyle/>
        <a:p>
          <a:endParaRPr lang="en-GB"/>
        </a:p>
      </dgm:t>
    </dgm:pt>
    <dgm:pt modelId="{0DF36B77-B1AA-4AFD-B03A-B3429CE1AA7A}">
      <dgm:prSet phldrT="[Text]" custT="1"/>
      <dgm:spPr/>
      <dgm:t>
        <a:bodyPr/>
        <a:lstStyle/>
        <a:p>
          <a:r>
            <a:rPr lang="en-US" sz="1200" dirty="0"/>
            <a:t>tests</a:t>
          </a:r>
          <a:endParaRPr lang="en-GB" sz="1200" dirty="0"/>
        </a:p>
      </dgm:t>
    </dgm:pt>
    <dgm:pt modelId="{212502EF-A85E-4B5C-A7D2-D4599448A743}" type="parTrans" cxnId="{9C5ADC90-EB55-4C8D-88AC-BB793DEBF00B}">
      <dgm:prSet/>
      <dgm:spPr/>
      <dgm:t>
        <a:bodyPr/>
        <a:lstStyle/>
        <a:p>
          <a:endParaRPr lang="en-GB"/>
        </a:p>
      </dgm:t>
    </dgm:pt>
    <dgm:pt modelId="{9874C02B-0FEA-4FCE-AC17-C45F315B0C4A}" type="sibTrans" cxnId="{9C5ADC90-EB55-4C8D-88AC-BB793DEBF00B}">
      <dgm:prSet/>
      <dgm:spPr/>
      <dgm:t>
        <a:bodyPr/>
        <a:lstStyle/>
        <a:p>
          <a:endParaRPr lang="en-GB"/>
        </a:p>
      </dgm:t>
    </dgm:pt>
    <dgm:pt modelId="{C265D3DD-A88F-475B-8435-249A9D346C57}">
      <dgm:prSet phldrT="[Text]" custT="1"/>
      <dgm:spPr/>
      <dgm:t>
        <a:bodyPr/>
        <a:lstStyle/>
        <a:p>
          <a:r>
            <a:rPr lang="en-US" sz="1200" dirty="0"/>
            <a:t>CSV / Excel files</a:t>
          </a:r>
          <a:endParaRPr lang="en-GB" sz="1200" dirty="0"/>
        </a:p>
      </dgm:t>
    </dgm:pt>
    <dgm:pt modelId="{D0450B49-93D4-4476-A2A3-337F4A34D940}" type="parTrans" cxnId="{4024B08F-ABE5-471F-A9B8-A5D5766ED957}">
      <dgm:prSet/>
      <dgm:spPr/>
      <dgm:t>
        <a:bodyPr/>
        <a:lstStyle/>
        <a:p>
          <a:endParaRPr lang="en-GB"/>
        </a:p>
      </dgm:t>
    </dgm:pt>
    <dgm:pt modelId="{98CBA7C7-2EAA-45CC-A3BF-00AB97753830}" type="sibTrans" cxnId="{4024B08F-ABE5-471F-A9B8-A5D5766ED957}">
      <dgm:prSet/>
      <dgm:spPr/>
      <dgm:t>
        <a:bodyPr/>
        <a:lstStyle/>
        <a:p>
          <a:endParaRPr lang="en-GB"/>
        </a:p>
      </dgm:t>
    </dgm:pt>
    <dgm:pt modelId="{E18D2443-945D-4C09-94C9-5409EBA01D23}" type="asst">
      <dgm:prSet phldrT="[Text]" custT="1"/>
      <dgm:spPr/>
      <dgm:t>
        <a:bodyPr/>
        <a:lstStyle/>
        <a:p>
          <a:r>
            <a:rPr lang="en-US" sz="1200" dirty="0"/>
            <a:t>Cleaned /</a:t>
          </a:r>
        </a:p>
        <a:p>
          <a:r>
            <a:rPr lang="en-US" sz="1200" dirty="0"/>
            <a:t> processed</a:t>
          </a:r>
          <a:endParaRPr lang="en-GB" sz="1200" dirty="0"/>
        </a:p>
      </dgm:t>
    </dgm:pt>
    <dgm:pt modelId="{2098487B-B6D0-47F4-A323-C08A18C87A3A}" type="parTrans" cxnId="{CA74A533-C739-49C1-89DF-B6B98FAD4FF0}">
      <dgm:prSet/>
      <dgm:spPr/>
      <dgm:t>
        <a:bodyPr/>
        <a:lstStyle/>
        <a:p>
          <a:endParaRPr lang="en-GB"/>
        </a:p>
      </dgm:t>
    </dgm:pt>
    <dgm:pt modelId="{953C55B8-49E8-4BE1-8E1C-1B361218A536}" type="sibTrans" cxnId="{CA74A533-C739-49C1-89DF-B6B98FAD4FF0}">
      <dgm:prSet/>
      <dgm:spPr/>
      <dgm:t>
        <a:bodyPr/>
        <a:lstStyle/>
        <a:p>
          <a:endParaRPr lang="en-GB"/>
        </a:p>
      </dgm:t>
    </dgm:pt>
    <dgm:pt modelId="{52319650-966A-481C-8129-494E7F67DC19}">
      <dgm:prSet phldrT="[Text]" custT="1"/>
      <dgm:spPr/>
      <dgm:t>
        <a:bodyPr/>
        <a:lstStyle/>
        <a:p>
          <a:r>
            <a:rPr lang="en-US" sz="1200" dirty="0"/>
            <a:t>Functions: </a:t>
          </a:r>
        </a:p>
        <a:p>
          <a:r>
            <a:rPr lang="en-US" sz="1200" dirty="0"/>
            <a:t>data input  </a:t>
          </a:r>
        </a:p>
        <a:p>
          <a:r>
            <a:rPr lang="en-US" sz="1200" dirty="0"/>
            <a:t>model </a:t>
          </a:r>
        </a:p>
        <a:p>
          <a:r>
            <a:rPr lang="en-US" sz="1200" dirty="0"/>
            <a:t>deterministic  </a:t>
          </a:r>
        </a:p>
        <a:p>
          <a:r>
            <a:rPr lang="en-US" sz="1200" dirty="0"/>
            <a:t>probabilistic </a:t>
          </a:r>
        </a:p>
        <a:p>
          <a:r>
            <a:rPr lang="en-US" sz="1200" dirty="0"/>
            <a:t> VOI </a:t>
          </a:r>
        </a:p>
        <a:p>
          <a:r>
            <a:rPr lang="en-US" sz="1200" dirty="0"/>
            <a:t> Calibration </a:t>
          </a:r>
        </a:p>
        <a:p>
          <a:r>
            <a:rPr lang="en-US" sz="1200" dirty="0"/>
            <a:t>Validation</a:t>
          </a:r>
          <a:endParaRPr lang="en-GB" sz="1200" dirty="0"/>
        </a:p>
      </dgm:t>
    </dgm:pt>
    <dgm:pt modelId="{72E22226-2F0C-498E-A269-CB20189D8BC7}" type="parTrans" cxnId="{DF24BD61-247F-48ED-BADD-3A252E444AA1}">
      <dgm:prSet/>
      <dgm:spPr/>
      <dgm:t>
        <a:bodyPr/>
        <a:lstStyle/>
        <a:p>
          <a:endParaRPr lang="en-GB"/>
        </a:p>
      </dgm:t>
    </dgm:pt>
    <dgm:pt modelId="{F8BC24BD-B2FE-4FEC-9583-420A29FCEC0F}" type="sibTrans" cxnId="{DF24BD61-247F-48ED-BADD-3A252E444AA1}">
      <dgm:prSet/>
      <dgm:spPr/>
      <dgm:t>
        <a:bodyPr/>
        <a:lstStyle/>
        <a:p>
          <a:endParaRPr lang="en-GB"/>
        </a:p>
      </dgm:t>
    </dgm:pt>
    <dgm:pt modelId="{DD07CF96-7C9E-486D-B3F3-C9BF9096AAB0}">
      <dgm:prSet phldrT="[Text]" custT="1"/>
      <dgm:spPr/>
      <dgm:t>
        <a:bodyPr/>
        <a:lstStyle/>
        <a:p>
          <a:r>
            <a:rPr lang="en-US" sz="1200" dirty="0">
              <a:solidFill>
                <a:srgbClr val="FF0000"/>
              </a:solidFill>
            </a:rPr>
            <a:t>Inactive folders  for now</a:t>
          </a:r>
          <a:endParaRPr lang="en-GB" sz="1200" dirty="0">
            <a:solidFill>
              <a:srgbClr val="FF0000"/>
            </a:solidFill>
          </a:endParaRPr>
        </a:p>
      </dgm:t>
    </dgm:pt>
    <dgm:pt modelId="{0B76842B-7FFD-4657-B235-20F6E60320D3}" type="parTrans" cxnId="{8098FB69-6D01-4731-89F0-A2DACC5F6225}">
      <dgm:prSet/>
      <dgm:spPr/>
      <dgm:t>
        <a:bodyPr/>
        <a:lstStyle/>
        <a:p>
          <a:endParaRPr lang="en-GB"/>
        </a:p>
      </dgm:t>
    </dgm:pt>
    <dgm:pt modelId="{9513A48E-AAEF-4FC4-B092-30207706F3E3}" type="sibTrans" cxnId="{8098FB69-6D01-4731-89F0-A2DACC5F6225}">
      <dgm:prSet/>
      <dgm:spPr/>
      <dgm:t>
        <a:bodyPr/>
        <a:lstStyle/>
        <a:p>
          <a:endParaRPr lang="en-GB"/>
        </a:p>
      </dgm:t>
    </dgm:pt>
    <dgm:pt modelId="{F9224B0C-5935-450C-BFB0-20AE11F9D52E}">
      <dgm:prSet phldrT="[Text]" custT="1"/>
      <dgm:spPr/>
      <dgm:t>
        <a:bodyPr/>
        <a:lstStyle/>
        <a:p>
          <a:r>
            <a:rPr lang="en-US" sz="1200" dirty="0"/>
            <a:t>Replicates the functions saved in  R </a:t>
          </a:r>
        </a:p>
        <a:p>
          <a:r>
            <a:rPr lang="en-US" sz="1200" dirty="0"/>
            <a:t>&amp;</a:t>
          </a:r>
        </a:p>
        <a:p>
          <a:r>
            <a:rPr lang="en-US" sz="1200" dirty="0"/>
            <a:t> “</a:t>
          </a:r>
          <a:r>
            <a:rPr lang="en-US" sz="1200" dirty="0" err="1"/>
            <a:t>master.R</a:t>
          </a:r>
          <a:r>
            <a:rPr lang="en-US" sz="1200" dirty="0"/>
            <a:t>” script runs the functions </a:t>
          </a:r>
          <a:endParaRPr lang="en-GB" sz="1200" dirty="0"/>
        </a:p>
      </dgm:t>
    </dgm:pt>
    <dgm:pt modelId="{6D84B847-CB47-41BC-A9D0-8B04D5569C77}" type="parTrans" cxnId="{7470E699-9432-46D7-B876-288EE6C75366}">
      <dgm:prSet/>
      <dgm:spPr/>
      <dgm:t>
        <a:bodyPr/>
        <a:lstStyle/>
        <a:p>
          <a:endParaRPr lang="en-GB"/>
        </a:p>
      </dgm:t>
    </dgm:pt>
    <dgm:pt modelId="{27BFC876-9C76-41A4-84EE-A85EBC0DEA03}" type="sibTrans" cxnId="{7470E699-9432-46D7-B876-288EE6C75366}">
      <dgm:prSet/>
      <dgm:spPr/>
      <dgm:t>
        <a:bodyPr/>
        <a:lstStyle/>
        <a:p>
          <a:endParaRPr lang="en-GB"/>
        </a:p>
      </dgm:t>
    </dgm:pt>
    <dgm:pt modelId="{B9B72A7E-125B-46F0-A58F-E0888EE8BE0F}">
      <dgm:prSet phldrT="[Text]" custT="1"/>
      <dgm:spPr/>
      <dgm:t>
        <a:bodyPr/>
        <a:lstStyle/>
        <a:p>
          <a:r>
            <a:rPr lang="en-US" sz="1200" dirty="0"/>
            <a:t>Output</a:t>
          </a:r>
          <a:endParaRPr lang="en-GB" sz="1200" dirty="0"/>
        </a:p>
      </dgm:t>
    </dgm:pt>
    <dgm:pt modelId="{56CBCA64-6D8D-41E0-853B-A7954A5BC8AD}" type="parTrans" cxnId="{D40B939A-D4BB-4DFF-9CBB-15D6BEAB1F17}">
      <dgm:prSet/>
      <dgm:spPr/>
      <dgm:t>
        <a:bodyPr/>
        <a:lstStyle/>
        <a:p>
          <a:endParaRPr lang="en-GB"/>
        </a:p>
      </dgm:t>
    </dgm:pt>
    <dgm:pt modelId="{C36EE007-9DE7-4D9D-967A-2C2994FE68EA}" type="sibTrans" cxnId="{D40B939A-D4BB-4DFF-9CBB-15D6BEAB1F17}">
      <dgm:prSet/>
      <dgm:spPr/>
      <dgm:t>
        <a:bodyPr/>
        <a:lstStyle/>
        <a:p>
          <a:endParaRPr lang="en-GB"/>
        </a:p>
      </dgm:t>
    </dgm:pt>
    <dgm:pt modelId="{6A9F7D2B-4920-45B1-B587-B268258B8D53}" type="pres">
      <dgm:prSet presAssocID="{AE8A64F2-4510-451B-86A3-88597AC34D4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6A2474D-AA95-4CAC-ACAE-973B0F106EB2}" type="pres">
      <dgm:prSet presAssocID="{6E022075-874B-43F1-A40C-6F62424B82F4}" presName="hierRoot1" presStyleCnt="0">
        <dgm:presLayoutVars>
          <dgm:hierBranch val="init"/>
        </dgm:presLayoutVars>
      </dgm:prSet>
      <dgm:spPr/>
    </dgm:pt>
    <dgm:pt modelId="{6AE0E1FB-25B7-49A8-A872-06C1F8121C7C}" type="pres">
      <dgm:prSet presAssocID="{6E022075-874B-43F1-A40C-6F62424B82F4}" presName="rootComposite1" presStyleCnt="0"/>
      <dgm:spPr/>
    </dgm:pt>
    <dgm:pt modelId="{77ACA2DA-C88F-4094-8BED-A139712B86AB}" type="pres">
      <dgm:prSet presAssocID="{6E022075-874B-43F1-A40C-6F62424B82F4}" presName="rootText1" presStyleLbl="alignAcc1" presStyleIdx="0" presStyleCnt="0" custScaleX="196572" custScaleY="55227">
        <dgm:presLayoutVars>
          <dgm:chPref val="3"/>
        </dgm:presLayoutVars>
      </dgm:prSet>
      <dgm:spPr/>
    </dgm:pt>
    <dgm:pt modelId="{1C6552D9-A431-465E-B7DF-C779FF6BEA35}" type="pres">
      <dgm:prSet presAssocID="{6E022075-874B-43F1-A40C-6F62424B82F4}" presName="topArc1" presStyleLbl="parChTrans1D1" presStyleIdx="0" presStyleCnt="28"/>
      <dgm:spPr/>
    </dgm:pt>
    <dgm:pt modelId="{8D56D4B3-0352-4C30-ABAA-61BEC10E71F1}" type="pres">
      <dgm:prSet presAssocID="{6E022075-874B-43F1-A40C-6F62424B82F4}" presName="bottomArc1" presStyleLbl="parChTrans1D1" presStyleIdx="1" presStyleCnt="28"/>
      <dgm:spPr/>
    </dgm:pt>
    <dgm:pt modelId="{C49EC95F-9551-4B67-AFEA-CB607281A714}" type="pres">
      <dgm:prSet presAssocID="{6E022075-874B-43F1-A40C-6F62424B82F4}" presName="topConnNode1" presStyleLbl="node1" presStyleIdx="0" presStyleCnt="0"/>
      <dgm:spPr/>
    </dgm:pt>
    <dgm:pt modelId="{6DBEA552-54D0-413B-94E6-71D7767C1121}" type="pres">
      <dgm:prSet presAssocID="{6E022075-874B-43F1-A40C-6F62424B82F4}" presName="hierChild2" presStyleCnt="0"/>
      <dgm:spPr/>
    </dgm:pt>
    <dgm:pt modelId="{274CFAE5-E302-4ACD-9138-84342BB7D5AB}" type="pres">
      <dgm:prSet presAssocID="{D0450B49-93D4-4476-A2A3-337F4A34D940}" presName="Name28" presStyleLbl="parChTrans1D2" presStyleIdx="0" presStyleCnt="9"/>
      <dgm:spPr/>
    </dgm:pt>
    <dgm:pt modelId="{A256E1E9-9969-4132-A541-3493BB61BA45}" type="pres">
      <dgm:prSet presAssocID="{C265D3DD-A88F-475B-8435-249A9D346C57}" presName="hierRoot2" presStyleCnt="0">
        <dgm:presLayoutVars>
          <dgm:hierBranch val="init"/>
        </dgm:presLayoutVars>
      </dgm:prSet>
      <dgm:spPr/>
    </dgm:pt>
    <dgm:pt modelId="{B42D0960-2121-4726-BD50-CD9A5EF292F8}" type="pres">
      <dgm:prSet presAssocID="{C265D3DD-A88F-475B-8435-249A9D346C57}" presName="rootComposite2" presStyleCnt="0"/>
      <dgm:spPr/>
    </dgm:pt>
    <dgm:pt modelId="{F533FE24-A9F8-439A-AA7E-97DB85590F4C}" type="pres">
      <dgm:prSet presAssocID="{C265D3DD-A88F-475B-8435-249A9D346C57}" presName="rootText2" presStyleLbl="alignAcc1" presStyleIdx="0" presStyleCnt="0" custScaleX="154920" custScaleY="219422" custLinFactY="3317" custLinFactNeighborX="-14973" custLinFactNeighborY="100000">
        <dgm:presLayoutVars>
          <dgm:chPref val="3"/>
        </dgm:presLayoutVars>
      </dgm:prSet>
      <dgm:spPr/>
    </dgm:pt>
    <dgm:pt modelId="{498D0BDD-89C2-47FE-AC94-0A1BDFC7A01B}" type="pres">
      <dgm:prSet presAssocID="{C265D3DD-A88F-475B-8435-249A9D346C57}" presName="topArc2" presStyleLbl="parChTrans1D1" presStyleIdx="2" presStyleCnt="28"/>
      <dgm:spPr/>
    </dgm:pt>
    <dgm:pt modelId="{06AF9FDB-6D65-4D90-9173-3842F20478DD}" type="pres">
      <dgm:prSet presAssocID="{C265D3DD-A88F-475B-8435-249A9D346C57}" presName="bottomArc2" presStyleLbl="parChTrans1D1" presStyleIdx="3" presStyleCnt="28"/>
      <dgm:spPr/>
    </dgm:pt>
    <dgm:pt modelId="{9B3E4613-BDC5-4DEE-9D83-6BD6708B1C64}" type="pres">
      <dgm:prSet presAssocID="{C265D3DD-A88F-475B-8435-249A9D346C57}" presName="topConnNode2" presStyleLbl="node2" presStyleIdx="0" presStyleCnt="0"/>
      <dgm:spPr/>
    </dgm:pt>
    <dgm:pt modelId="{71F8E0A5-3800-4DF7-B03D-70A78B8E8AA1}" type="pres">
      <dgm:prSet presAssocID="{C265D3DD-A88F-475B-8435-249A9D346C57}" presName="hierChild4" presStyleCnt="0"/>
      <dgm:spPr/>
    </dgm:pt>
    <dgm:pt modelId="{4C00205B-841C-4A94-9209-55054B956DB4}" type="pres">
      <dgm:prSet presAssocID="{C265D3DD-A88F-475B-8435-249A9D346C57}" presName="hierChild5" presStyleCnt="0"/>
      <dgm:spPr/>
    </dgm:pt>
    <dgm:pt modelId="{6524531F-B456-417D-829F-AA912147CC31}" type="pres">
      <dgm:prSet presAssocID="{6E022075-874B-43F1-A40C-6F62424B82F4}" presName="hierChild3" presStyleCnt="0"/>
      <dgm:spPr/>
    </dgm:pt>
    <dgm:pt modelId="{36248642-0064-46E9-A920-EC0CF3345729}" type="pres">
      <dgm:prSet presAssocID="{0B49AE31-B043-406F-B44F-46BEE89D9D7D}" presName="hierRoot1" presStyleCnt="0">
        <dgm:presLayoutVars>
          <dgm:hierBranch val="init"/>
        </dgm:presLayoutVars>
      </dgm:prSet>
      <dgm:spPr/>
    </dgm:pt>
    <dgm:pt modelId="{22C31468-27C3-4CCC-A819-616BB1C8E1AD}" type="pres">
      <dgm:prSet presAssocID="{0B49AE31-B043-406F-B44F-46BEE89D9D7D}" presName="rootComposite1" presStyleCnt="0"/>
      <dgm:spPr/>
    </dgm:pt>
    <dgm:pt modelId="{B6879EF7-A2C7-4D3E-B094-2F91B3C31F82}" type="pres">
      <dgm:prSet presAssocID="{0B49AE31-B043-406F-B44F-46BEE89D9D7D}" presName="rootText1" presStyleLbl="alignAcc1" presStyleIdx="0" presStyleCnt="0" custLinFactNeighborX="-71721">
        <dgm:presLayoutVars>
          <dgm:chPref val="3"/>
        </dgm:presLayoutVars>
      </dgm:prSet>
      <dgm:spPr/>
    </dgm:pt>
    <dgm:pt modelId="{95128B3C-0F5F-44CA-94BA-4639C1245424}" type="pres">
      <dgm:prSet presAssocID="{0B49AE31-B043-406F-B44F-46BEE89D9D7D}" presName="topArc1" presStyleLbl="parChTrans1D1" presStyleIdx="4" presStyleCnt="28"/>
      <dgm:spPr/>
    </dgm:pt>
    <dgm:pt modelId="{7D42A9E3-9445-498B-BB0D-3925D144C4C7}" type="pres">
      <dgm:prSet presAssocID="{0B49AE31-B043-406F-B44F-46BEE89D9D7D}" presName="bottomArc1" presStyleLbl="parChTrans1D1" presStyleIdx="5" presStyleCnt="28"/>
      <dgm:spPr/>
    </dgm:pt>
    <dgm:pt modelId="{B029C3F0-B8C1-4ACF-91D8-DDB855E923B9}" type="pres">
      <dgm:prSet presAssocID="{0B49AE31-B043-406F-B44F-46BEE89D9D7D}" presName="topConnNode1" presStyleLbl="asst0" presStyleIdx="0" presStyleCnt="0"/>
      <dgm:spPr/>
    </dgm:pt>
    <dgm:pt modelId="{AA6A6E5C-1D54-4524-BC72-AC563274864A}" type="pres">
      <dgm:prSet presAssocID="{0B49AE31-B043-406F-B44F-46BEE89D9D7D}" presName="hierChild2" presStyleCnt="0"/>
      <dgm:spPr/>
    </dgm:pt>
    <dgm:pt modelId="{CF2FB2D9-C664-49BF-A548-108D1DE2A1DB}" type="pres">
      <dgm:prSet presAssocID="{0B49AE31-B043-406F-B44F-46BEE89D9D7D}" presName="hierChild3" presStyleCnt="0"/>
      <dgm:spPr/>
    </dgm:pt>
    <dgm:pt modelId="{E86F235A-1D65-4A3E-B93A-43905F58A2D1}" type="pres">
      <dgm:prSet presAssocID="{2098487B-B6D0-47F4-A323-C08A18C87A3A}" presName="Name101" presStyleLbl="parChTrans1D2" presStyleIdx="1" presStyleCnt="9"/>
      <dgm:spPr/>
    </dgm:pt>
    <dgm:pt modelId="{5EF45AD7-BD87-4FDE-A986-C2797975E3C7}" type="pres">
      <dgm:prSet presAssocID="{E18D2443-945D-4C09-94C9-5409EBA01D23}" presName="hierRoot3" presStyleCnt="0">
        <dgm:presLayoutVars>
          <dgm:hierBranch val="init"/>
        </dgm:presLayoutVars>
      </dgm:prSet>
      <dgm:spPr/>
    </dgm:pt>
    <dgm:pt modelId="{3ACAAA46-EC0D-4464-B681-E7535FC370DD}" type="pres">
      <dgm:prSet presAssocID="{E18D2443-945D-4C09-94C9-5409EBA01D23}" presName="rootComposite3" presStyleCnt="0"/>
      <dgm:spPr/>
    </dgm:pt>
    <dgm:pt modelId="{69AA4F1B-BCA1-4E76-923E-76E191710526}" type="pres">
      <dgm:prSet presAssocID="{E18D2443-945D-4C09-94C9-5409EBA01D23}" presName="rootText3" presStyleLbl="alignAcc1" presStyleIdx="0" presStyleCnt="0" custScaleX="255340" custScaleY="245600" custLinFactY="19973" custLinFactNeighborX="-29664" custLinFactNeighborY="100000">
        <dgm:presLayoutVars>
          <dgm:chPref val="3"/>
        </dgm:presLayoutVars>
      </dgm:prSet>
      <dgm:spPr/>
    </dgm:pt>
    <dgm:pt modelId="{29ECD0BD-4DF2-4ABB-9CB6-23A9F381561E}" type="pres">
      <dgm:prSet presAssocID="{E18D2443-945D-4C09-94C9-5409EBA01D23}" presName="topArc3" presStyleLbl="parChTrans1D1" presStyleIdx="6" presStyleCnt="28"/>
      <dgm:spPr/>
    </dgm:pt>
    <dgm:pt modelId="{D8170B58-6516-42C3-A5C7-CFE7B92B0B2B}" type="pres">
      <dgm:prSet presAssocID="{E18D2443-945D-4C09-94C9-5409EBA01D23}" presName="bottomArc3" presStyleLbl="parChTrans1D1" presStyleIdx="7" presStyleCnt="28"/>
      <dgm:spPr/>
    </dgm:pt>
    <dgm:pt modelId="{66A6737A-F269-4884-9D12-59C7E79E4B05}" type="pres">
      <dgm:prSet presAssocID="{E18D2443-945D-4C09-94C9-5409EBA01D23}" presName="topConnNode3" presStyleLbl="asst0" presStyleIdx="0" presStyleCnt="0"/>
      <dgm:spPr/>
    </dgm:pt>
    <dgm:pt modelId="{FF428539-6259-4562-BC42-065B6E877DFE}" type="pres">
      <dgm:prSet presAssocID="{E18D2443-945D-4C09-94C9-5409EBA01D23}" presName="hierChild6" presStyleCnt="0"/>
      <dgm:spPr/>
    </dgm:pt>
    <dgm:pt modelId="{5FEF7B34-5AA0-4B7E-8ABF-59AA273A039D}" type="pres">
      <dgm:prSet presAssocID="{E18D2443-945D-4C09-94C9-5409EBA01D23}" presName="hierChild7" presStyleCnt="0"/>
      <dgm:spPr/>
    </dgm:pt>
    <dgm:pt modelId="{1271F41E-7D07-4BB0-8C24-0CDAFEBFEF94}" type="pres">
      <dgm:prSet presAssocID="{BB1E6665-4489-4B40-B1F8-81A78E20A89A}" presName="hierRoot1" presStyleCnt="0">
        <dgm:presLayoutVars>
          <dgm:hierBranch val="init"/>
        </dgm:presLayoutVars>
      </dgm:prSet>
      <dgm:spPr/>
    </dgm:pt>
    <dgm:pt modelId="{C85FEC1E-1BBF-43D8-8238-8E4D9C5C8F04}" type="pres">
      <dgm:prSet presAssocID="{BB1E6665-4489-4B40-B1F8-81A78E20A89A}" presName="rootComposite1" presStyleCnt="0"/>
      <dgm:spPr/>
    </dgm:pt>
    <dgm:pt modelId="{A4E86CB1-BBDE-42D1-AEE3-584317A12504}" type="pres">
      <dgm:prSet presAssocID="{BB1E6665-4489-4B40-B1F8-81A78E20A89A}" presName="rootText1" presStyleLbl="alignAcc1" presStyleIdx="0" presStyleCnt="0">
        <dgm:presLayoutVars>
          <dgm:chPref val="3"/>
        </dgm:presLayoutVars>
      </dgm:prSet>
      <dgm:spPr/>
    </dgm:pt>
    <dgm:pt modelId="{7E9CBF85-39B5-4E01-829D-BB0D9DD75FCC}" type="pres">
      <dgm:prSet presAssocID="{BB1E6665-4489-4B40-B1F8-81A78E20A89A}" presName="topArc1" presStyleLbl="parChTrans1D1" presStyleIdx="8" presStyleCnt="28"/>
      <dgm:spPr/>
    </dgm:pt>
    <dgm:pt modelId="{FCB3C36F-E3BE-4936-9AED-D16C82594DBA}" type="pres">
      <dgm:prSet presAssocID="{BB1E6665-4489-4B40-B1F8-81A78E20A89A}" presName="bottomArc1" presStyleLbl="parChTrans1D1" presStyleIdx="9" presStyleCnt="28"/>
      <dgm:spPr/>
    </dgm:pt>
    <dgm:pt modelId="{4E7B8C11-198D-4E7C-AE98-864E1451E62B}" type="pres">
      <dgm:prSet presAssocID="{BB1E6665-4489-4B40-B1F8-81A78E20A89A}" presName="topConnNode1" presStyleLbl="node1" presStyleIdx="0" presStyleCnt="0"/>
      <dgm:spPr/>
    </dgm:pt>
    <dgm:pt modelId="{BF0A23B4-4DD9-4038-8549-ED0A807D56C0}" type="pres">
      <dgm:prSet presAssocID="{BB1E6665-4489-4B40-B1F8-81A78E20A89A}" presName="hierChild2" presStyleCnt="0"/>
      <dgm:spPr/>
    </dgm:pt>
    <dgm:pt modelId="{1651CD8B-7221-428F-9902-E86308DA4ADA}" type="pres">
      <dgm:prSet presAssocID="{72E22226-2F0C-498E-A269-CB20189D8BC7}" presName="Name28" presStyleLbl="parChTrans1D2" presStyleIdx="2" presStyleCnt="9"/>
      <dgm:spPr/>
    </dgm:pt>
    <dgm:pt modelId="{97827596-D12E-49B9-9C88-40507293E21B}" type="pres">
      <dgm:prSet presAssocID="{52319650-966A-481C-8129-494E7F67DC19}" presName="hierRoot2" presStyleCnt="0">
        <dgm:presLayoutVars>
          <dgm:hierBranch val="init"/>
        </dgm:presLayoutVars>
      </dgm:prSet>
      <dgm:spPr/>
    </dgm:pt>
    <dgm:pt modelId="{AAEC93EC-4936-4BC0-8A8E-AD9C7DEA2C72}" type="pres">
      <dgm:prSet presAssocID="{52319650-966A-481C-8129-494E7F67DC19}" presName="rootComposite2" presStyleCnt="0"/>
      <dgm:spPr/>
    </dgm:pt>
    <dgm:pt modelId="{C5031C13-0A21-405F-814D-E72BAC18E8A5}" type="pres">
      <dgm:prSet presAssocID="{52319650-966A-481C-8129-494E7F67DC19}" presName="rootText2" presStyleLbl="alignAcc1" presStyleIdx="0" presStyleCnt="0" custScaleX="524417" custScaleY="874186" custLinFactY="43834" custLinFactNeighborX="-24290" custLinFactNeighborY="100000">
        <dgm:presLayoutVars>
          <dgm:chPref val="3"/>
        </dgm:presLayoutVars>
      </dgm:prSet>
      <dgm:spPr/>
    </dgm:pt>
    <dgm:pt modelId="{D1EF8209-F02F-4712-BC11-98B30C22207B}" type="pres">
      <dgm:prSet presAssocID="{52319650-966A-481C-8129-494E7F67DC19}" presName="topArc2" presStyleLbl="parChTrans1D1" presStyleIdx="10" presStyleCnt="28"/>
      <dgm:spPr/>
    </dgm:pt>
    <dgm:pt modelId="{566133B6-03E1-4441-831C-28E4D96205E8}" type="pres">
      <dgm:prSet presAssocID="{52319650-966A-481C-8129-494E7F67DC19}" presName="bottomArc2" presStyleLbl="parChTrans1D1" presStyleIdx="11" presStyleCnt="28"/>
      <dgm:spPr/>
    </dgm:pt>
    <dgm:pt modelId="{FD2F8079-24E3-4AC6-AAD5-CA1626996D51}" type="pres">
      <dgm:prSet presAssocID="{52319650-966A-481C-8129-494E7F67DC19}" presName="topConnNode2" presStyleLbl="node2" presStyleIdx="0" presStyleCnt="0"/>
      <dgm:spPr/>
    </dgm:pt>
    <dgm:pt modelId="{758865A9-C1A2-4BB9-9E27-CA52C32A990F}" type="pres">
      <dgm:prSet presAssocID="{52319650-966A-481C-8129-494E7F67DC19}" presName="hierChild4" presStyleCnt="0"/>
      <dgm:spPr/>
    </dgm:pt>
    <dgm:pt modelId="{1F1E75B5-942A-4518-874D-7CB89BBE54B8}" type="pres">
      <dgm:prSet presAssocID="{52319650-966A-481C-8129-494E7F67DC19}" presName="hierChild5" presStyleCnt="0"/>
      <dgm:spPr/>
    </dgm:pt>
    <dgm:pt modelId="{246FE8C1-7135-43C0-A54A-2D410E0C37AE}" type="pres">
      <dgm:prSet presAssocID="{BB1E6665-4489-4B40-B1F8-81A78E20A89A}" presName="hierChild3" presStyleCnt="0"/>
      <dgm:spPr/>
    </dgm:pt>
    <dgm:pt modelId="{35C47E02-3FF7-4663-BBF8-6D8D23EAB316}" type="pres">
      <dgm:prSet presAssocID="{7334B320-33DF-4F6F-8F45-CA801728A6E2}" presName="hierRoot1" presStyleCnt="0">
        <dgm:presLayoutVars>
          <dgm:hierBranch val="init"/>
        </dgm:presLayoutVars>
      </dgm:prSet>
      <dgm:spPr/>
    </dgm:pt>
    <dgm:pt modelId="{548D399E-D5DB-4531-A1D5-C708551B817E}" type="pres">
      <dgm:prSet presAssocID="{7334B320-33DF-4F6F-8F45-CA801728A6E2}" presName="rootComposite1" presStyleCnt="0"/>
      <dgm:spPr/>
    </dgm:pt>
    <dgm:pt modelId="{E4160185-82E9-409D-AE3F-D5874C3D05B5}" type="pres">
      <dgm:prSet presAssocID="{7334B320-33DF-4F6F-8F45-CA801728A6E2}" presName="rootText1" presStyleLbl="alignAcc1" presStyleIdx="0" presStyleCnt="0" custScaleX="171534" custScaleY="145847">
        <dgm:presLayoutVars>
          <dgm:chPref val="3"/>
        </dgm:presLayoutVars>
      </dgm:prSet>
      <dgm:spPr/>
    </dgm:pt>
    <dgm:pt modelId="{1D7E5834-2AD8-4B55-99B4-6AE5C433C691}" type="pres">
      <dgm:prSet presAssocID="{7334B320-33DF-4F6F-8F45-CA801728A6E2}" presName="topArc1" presStyleLbl="parChTrans1D1" presStyleIdx="12" presStyleCnt="28"/>
      <dgm:spPr/>
    </dgm:pt>
    <dgm:pt modelId="{648DC43C-D777-49D9-9101-BC4B0BE4E71A}" type="pres">
      <dgm:prSet presAssocID="{7334B320-33DF-4F6F-8F45-CA801728A6E2}" presName="bottomArc1" presStyleLbl="parChTrans1D1" presStyleIdx="13" presStyleCnt="28"/>
      <dgm:spPr/>
    </dgm:pt>
    <dgm:pt modelId="{21F64B40-16EF-4BE1-A20F-B6DE27D12D09}" type="pres">
      <dgm:prSet presAssocID="{7334B320-33DF-4F6F-8F45-CA801728A6E2}" presName="topConnNode1" presStyleLbl="node1" presStyleIdx="0" presStyleCnt="0"/>
      <dgm:spPr/>
    </dgm:pt>
    <dgm:pt modelId="{081C03F9-38A2-4198-B6E2-DA18DB8195E9}" type="pres">
      <dgm:prSet presAssocID="{7334B320-33DF-4F6F-8F45-CA801728A6E2}" presName="hierChild2" presStyleCnt="0"/>
      <dgm:spPr/>
    </dgm:pt>
    <dgm:pt modelId="{9EE4C329-10E6-45E9-BD9E-411CE1942CC8}" type="pres">
      <dgm:prSet presAssocID="{6D84B847-CB47-41BC-A9D0-8B04D5569C77}" presName="Name28" presStyleLbl="parChTrans1D2" presStyleIdx="3" presStyleCnt="9"/>
      <dgm:spPr/>
    </dgm:pt>
    <dgm:pt modelId="{E018D7B5-3C0A-410B-B186-590314B9B29D}" type="pres">
      <dgm:prSet presAssocID="{F9224B0C-5935-450C-BFB0-20AE11F9D52E}" presName="hierRoot2" presStyleCnt="0">
        <dgm:presLayoutVars>
          <dgm:hierBranch val="init"/>
        </dgm:presLayoutVars>
      </dgm:prSet>
      <dgm:spPr/>
    </dgm:pt>
    <dgm:pt modelId="{D4DB857B-1F11-454E-9570-AB68E3C5692C}" type="pres">
      <dgm:prSet presAssocID="{F9224B0C-5935-450C-BFB0-20AE11F9D52E}" presName="rootComposite2" presStyleCnt="0"/>
      <dgm:spPr/>
    </dgm:pt>
    <dgm:pt modelId="{244DDAC1-25B8-407C-A58E-E2C1197FEF68}" type="pres">
      <dgm:prSet presAssocID="{F9224B0C-5935-450C-BFB0-20AE11F9D52E}" presName="rootText2" presStyleLbl="alignAcc1" presStyleIdx="0" presStyleCnt="0" custScaleX="430534" custScaleY="639780" custLinFactY="123816" custLinFactNeighborX="-7811" custLinFactNeighborY="200000">
        <dgm:presLayoutVars>
          <dgm:chPref val="3"/>
        </dgm:presLayoutVars>
      </dgm:prSet>
      <dgm:spPr/>
    </dgm:pt>
    <dgm:pt modelId="{A5567F86-35C8-475A-8856-42440235C09F}" type="pres">
      <dgm:prSet presAssocID="{F9224B0C-5935-450C-BFB0-20AE11F9D52E}" presName="topArc2" presStyleLbl="parChTrans1D1" presStyleIdx="14" presStyleCnt="28"/>
      <dgm:spPr/>
    </dgm:pt>
    <dgm:pt modelId="{22A7B336-4E3D-4BAD-A0E6-01F9405C2760}" type="pres">
      <dgm:prSet presAssocID="{F9224B0C-5935-450C-BFB0-20AE11F9D52E}" presName="bottomArc2" presStyleLbl="parChTrans1D1" presStyleIdx="15" presStyleCnt="28"/>
      <dgm:spPr/>
    </dgm:pt>
    <dgm:pt modelId="{A0927E71-6C87-4009-947D-111BD41EC516}" type="pres">
      <dgm:prSet presAssocID="{F9224B0C-5935-450C-BFB0-20AE11F9D52E}" presName="topConnNode2" presStyleLbl="node2" presStyleIdx="0" presStyleCnt="0"/>
      <dgm:spPr/>
    </dgm:pt>
    <dgm:pt modelId="{01BC1577-D2E9-4055-AF1D-32CB9B3E05EB}" type="pres">
      <dgm:prSet presAssocID="{F9224B0C-5935-450C-BFB0-20AE11F9D52E}" presName="hierChild4" presStyleCnt="0"/>
      <dgm:spPr/>
    </dgm:pt>
    <dgm:pt modelId="{92EF5FC3-5AD4-4C5F-8BC5-11557A81E387}" type="pres">
      <dgm:prSet presAssocID="{F9224B0C-5935-450C-BFB0-20AE11F9D52E}" presName="hierChild5" presStyleCnt="0"/>
      <dgm:spPr/>
    </dgm:pt>
    <dgm:pt modelId="{31CB1CA7-319A-4819-AFF1-96C9582F6C13}" type="pres">
      <dgm:prSet presAssocID="{7334B320-33DF-4F6F-8F45-CA801728A6E2}" presName="hierChild3" presStyleCnt="0"/>
      <dgm:spPr/>
    </dgm:pt>
    <dgm:pt modelId="{32EA1B3E-CC41-415C-90BF-FA376F392D0A}" type="pres">
      <dgm:prSet presAssocID="{DD07CF96-7C9E-486D-B3F3-C9BF9096AAB0}" presName="hierRoot1" presStyleCnt="0">
        <dgm:presLayoutVars>
          <dgm:hierBranch val="init"/>
        </dgm:presLayoutVars>
      </dgm:prSet>
      <dgm:spPr/>
    </dgm:pt>
    <dgm:pt modelId="{BC02B464-ED13-4E59-99B5-D4D0BE053FF3}" type="pres">
      <dgm:prSet presAssocID="{DD07CF96-7C9E-486D-B3F3-C9BF9096AAB0}" presName="rootComposite1" presStyleCnt="0"/>
      <dgm:spPr/>
    </dgm:pt>
    <dgm:pt modelId="{EF4FE588-95B5-424F-A33E-BEE169C89464}" type="pres">
      <dgm:prSet presAssocID="{DD07CF96-7C9E-486D-B3F3-C9BF9096AAB0}" presName="rootText1" presStyleLbl="alignAcc1" presStyleIdx="0" presStyleCnt="0" custScaleX="349408" custScaleY="183334">
        <dgm:presLayoutVars>
          <dgm:chPref val="3"/>
        </dgm:presLayoutVars>
      </dgm:prSet>
      <dgm:spPr/>
    </dgm:pt>
    <dgm:pt modelId="{B4413BE7-ABF9-4C39-99D0-A8E824115AE0}" type="pres">
      <dgm:prSet presAssocID="{DD07CF96-7C9E-486D-B3F3-C9BF9096AAB0}" presName="topArc1" presStyleLbl="parChTrans1D1" presStyleIdx="16" presStyleCnt="28"/>
      <dgm:spPr/>
    </dgm:pt>
    <dgm:pt modelId="{769AF207-5C86-4432-A9C0-FAAF14259D0E}" type="pres">
      <dgm:prSet presAssocID="{DD07CF96-7C9E-486D-B3F3-C9BF9096AAB0}" presName="bottomArc1" presStyleLbl="parChTrans1D1" presStyleIdx="17" presStyleCnt="28"/>
      <dgm:spPr/>
    </dgm:pt>
    <dgm:pt modelId="{704A7144-F117-489C-AD33-E7C4B4D180BE}" type="pres">
      <dgm:prSet presAssocID="{DD07CF96-7C9E-486D-B3F3-C9BF9096AAB0}" presName="topConnNode1" presStyleLbl="node1" presStyleIdx="0" presStyleCnt="0"/>
      <dgm:spPr/>
    </dgm:pt>
    <dgm:pt modelId="{1F5E09C2-935F-423A-8D76-6B87A60B5BF7}" type="pres">
      <dgm:prSet presAssocID="{DD07CF96-7C9E-486D-B3F3-C9BF9096AAB0}" presName="hierChild2" presStyleCnt="0"/>
      <dgm:spPr/>
    </dgm:pt>
    <dgm:pt modelId="{F44C84D5-8A3C-42F5-8CA9-2D0683438C3A}" type="pres">
      <dgm:prSet presAssocID="{56CBCA64-6D8D-41E0-853B-A7954A5BC8AD}" presName="Name28" presStyleLbl="parChTrans1D2" presStyleIdx="4" presStyleCnt="9"/>
      <dgm:spPr/>
    </dgm:pt>
    <dgm:pt modelId="{F06E1239-9779-4630-ABD6-A53F34C58A63}" type="pres">
      <dgm:prSet presAssocID="{B9B72A7E-125B-46F0-A58F-E0888EE8BE0F}" presName="hierRoot2" presStyleCnt="0">
        <dgm:presLayoutVars>
          <dgm:hierBranch val="init"/>
        </dgm:presLayoutVars>
      </dgm:prSet>
      <dgm:spPr/>
    </dgm:pt>
    <dgm:pt modelId="{756F6B39-7227-4375-BF98-E4EABED7C603}" type="pres">
      <dgm:prSet presAssocID="{B9B72A7E-125B-46F0-A58F-E0888EE8BE0F}" presName="rootComposite2" presStyleCnt="0"/>
      <dgm:spPr/>
    </dgm:pt>
    <dgm:pt modelId="{FC200F1F-45D1-4C00-AB00-724DD92B1F26}" type="pres">
      <dgm:prSet presAssocID="{B9B72A7E-125B-46F0-A58F-E0888EE8BE0F}" presName="rootText2" presStyleLbl="alignAcc1" presStyleIdx="0" presStyleCnt="0">
        <dgm:presLayoutVars>
          <dgm:chPref val="3"/>
        </dgm:presLayoutVars>
      </dgm:prSet>
      <dgm:spPr/>
    </dgm:pt>
    <dgm:pt modelId="{8DAA36F9-A9E1-4019-A47D-AEE6C1EE041B}" type="pres">
      <dgm:prSet presAssocID="{B9B72A7E-125B-46F0-A58F-E0888EE8BE0F}" presName="topArc2" presStyleLbl="parChTrans1D1" presStyleIdx="18" presStyleCnt="28"/>
      <dgm:spPr/>
    </dgm:pt>
    <dgm:pt modelId="{BFC7E528-375C-4BF9-A199-604F255616DA}" type="pres">
      <dgm:prSet presAssocID="{B9B72A7E-125B-46F0-A58F-E0888EE8BE0F}" presName="bottomArc2" presStyleLbl="parChTrans1D1" presStyleIdx="19" presStyleCnt="28"/>
      <dgm:spPr/>
    </dgm:pt>
    <dgm:pt modelId="{227D2533-31CB-4959-9D38-283233CE486A}" type="pres">
      <dgm:prSet presAssocID="{B9B72A7E-125B-46F0-A58F-E0888EE8BE0F}" presName="topConnNode2" presStyleLbl="node2" presStyleIdx="0" presStyleCnt="0"/>
      <dgm:spPr/>
    </dgm:pt>
    <dgm:pt modelId="{25C6F703-BE6D-4CE1-AF6A-0F4BE0BB8E78}" type="pres">
      <dgm:prSet presAssocID="{B9B72A7E-125B-46F0-A58F-E0888EE8BE0F}" presName="hierChild4" presStyleCnt="0"/>
      <dgm:spPr/>
    </dgm:pt>
    <dgm:pt modelId="{B2CADCDF-6799-47A9-AB07-55ADD68142D1}" type="pres">
      <dgm:prSet presAssocID="{B9B72A7E-125B-46F0-A58F-E0888EE8BE0F}" presName="hierChild5" presStyleCnt="0"/>
      <dgm:spPr/>
    </dgm:pt>
    <dgm:pt modelId="{26111995-6078-45D0-8A40-BA41E1C667FB}" type="pres">
      <dgm:prSet presAssocID="{520E6A65-AA20-4A13-925A-DBFBAD2981F0}" presName="Name28" presStyleLbl="parChTrans1D2" presStyleIdx="5" presStyleCnt="9"/>
      <dgm:spPr/>
    </dgm:pt>
    <dgm:pt modelId="{FA8D029A-1E31-492D-93CD-96C4E7C49003}" type="pres">
      <dgm:prSet presAssocID="{B87ACD07-4742-45CA-899F-2154AFD0B7B1}" presName="hierRoot2" presStyleCnt="0">
        <dgm:presLayoutVars>
          <dgm:hierBranch val="init"/>
        </dgm:presLayoutVars>
      </dgm:prSet>
      <dgm:spPr/>
    </dgm:pt>
    <dgm:pt modelId="{00B28A6C-F26D-4A85-AC1C-590A57FD1A2E}" type="pres">
      <dgm:prSet presAssocID="{B87ACD07-4742-45CA-899F-2154AFD0B7B1}" presName="rootComposite2" presStyleCnt="0"/>
      <dgm:spPr/>
    </dgm:pt>
    <dgm:pt modelId="{16EE385F-12DD-43F4-B5AB-A6F4A12D11DD}" type="pres">
      <dgm:prSet presAssocID="{B87ACD07-4742-45CA-899F-2154AFD0B7B1}" presName="rootText2" presStyleLbl="alignAcc1" presStyleIdx="0" presStyleCnt="0">
        <dgm:presLayoutVars>
          <dgm:chPref val="3"/>
        </dgm:presLayoutVars>
      </dgm:prSet>
      <dgm:spPr/>
    </dgm:pt>
    <dgm:pt modelId="{AF8A06A3-A906-4045-AB34-798A5A164736}" type="pres">
      <dgm:prSet presAssocID="{B87ACD07-4742-45CA-899F-2154AFD0B7B1}" presName="topArc2" presStyleLbl="parChTrans1D1" presStyleIdx="20" presStyleCnt="28"/>
      <dgm:spPr/>
    </dgm:pt>
    <dgm:pt modelId="{DCC4D22F-630E-4D4B-8E5F-7AB785E3AA1C}" type="pres">
      <dgm:prSet presAssocID="{B87ACD07-4742-45CA-899F-2154AFD0B7B1}" presName="bottomArc2" presStyleLbl="parChTrans1D1" presStyleIdx="21" presStyleCnt="28"/>
      <dgm:spPr/>
    </dgm:pt>
    <dgm:pt modelId="{D0D0BDDF-6386-4405-9827-7CDB727F5711}" type="pres">
      <dgm:prSet presAssocID="{B87ACD07-4742-45CA-899F-2154AFD0B7B1}" presName="topConnNode2" presStyleLbl="node2" presStyleIdx="0" presStyleCnt="0"/>
      <dgm:spPr/>
    </dgm:pt>
    <dgm:pt modelId="{B5150461-AAE9-4128-9E88-08E13255D4DD}" type="pres">
      <dgm:prSet presAssocID="{B87ACD07-4742-45CA-899F-2154AFD0B7B1}" presName="hierChild4" presStyleCnt="0"/>
      <dgm:spPr/>
    </dgm:pt>
    <dgm:pt modelId="{4F8B5F98-04D7-4835-BFC5-535E9BE9EF91}" type="pres">
      <dgm:prSet presAssocID="{B87ACD07-4742-45CA-899F-2154AFD0B7B1}" presName="hierChild5" presStyleCnt="0"/>
      <dgm:spPr/>
    </dgm:pt>
    <dgm:pt modelId="{F3C26F94-DDA8-4F03-AC91-F28172D8F6D2}" type="pres">
      <dgm:prSet presAssocID="{DF4FFF4A-DC36-42EB-BD68-0C2EC77C62BE}" presName="Name28" presStyleLbl="parChTrans1D2" presStyleIdx="6" presStyleCnt="9"/>
      <dgm:spPr/>
    </dgm:pt>
    <dgm:pt modelId="{7D0F0333-7AD7-4867-B844-DB0294EFA7A9}" type="pres">
      <dgm:prSet presAssocID="{1EC2746A-9260-446E-B0A1-2B21CE53DC3F}" presName="hierRoot2" presStyleCnt="0">
        <dgm:presLayoutVars>
          <dgm:hierBranch val="init"/>
        </dgm:presLayoutVars>
      </dgm:prSet>
      <dgm:spPr/>
    </dgm:pt>
    <dgm:pt modelId="{6B302DE1-738B-40C5-969B-A748136AB3F1}" type="pres">
      <dgm:prSet presAssocID="{1EC2746A-9260-446E-B0A1-2B21CE53DC3F}" presName="rootComposite2" presStyleCnt="0"/>
      <dgm:spPr/>
    </dgm:pt>
    <dgm:pt modelId="{BBED7EC7-3CC9-450D-9D5C-C4BCAA13B1CA}" type="pres">
      <dgm:prSet presAssocID="{1EC2746A-9260-446E-B0A1-2B21CE53DC3F}" presName="rootText2" presStyleLbl="alignAcc1" presStyleIdx="0" presStyleCnt="0">
        <dgm:presLayoutVars>
          <dgm:chPref val="3"/>
        </dgm:presLayoutVars>
      </dgm:prSet>
      <dgm:spPr/>
    </dgm:pt>
    <dgm:pt modelId="{EA3F336D-BB44-4477-A226-1AB1F58B80B9}" type="pres">
      <dgm:prSet presAssocID="{1EC2746A-9260-446E-B0A1-2B21CE53DC3F}" presName="topArc2" presStyleLbl="parChTrans1D1" presStyleIdx="22" presStyleCnt="28"/>
      <dgm:spPr/>
    </dgm:pt>
    <dgm:pt modelId="{614E908C-6EAE-446F-9859-6B655649EA7E}" type="pres">
      <dgm:prSet presAssocID="{1EC2746A-9260-446E-B0A1-2B21CE53DC3F}" presName="bottomArc2" presStyleLbl="parChTrans1D1" presStyleIdx="23" presStyleCnt="28"/>
      <dgm:spPr/>
    </dgm:pt>
    <dgm:pt modelId="{CEEB31EC-83C0-4016-8B27-FDD52476AFDC}" type="pres">
      <dgm:prSet presAssocID="{1EC2746A-9260-446E-B0A1-2B21CE53DC3F}" presName="topConnNode2" presStyleLbl="node2" presStyleIdx="0" presStyleCnt="0"/>
      <dgm:spPr/>
    </dgm:pt>
    <dgm:pt modelId="{E902A74E-0105-4354-95FC-299FA5835593}" type="pres">
      <dgm:prSet presAssocID="{1EC2746A-9260-446E-B0A1-2B21CE53DC3F}" presName="hierChild4" presStyleCnt="0"/>
      <dgm:spPr/>
    </dgm:pt>
    <dgm:pt modelId="{12900B65-75F1-4079-84DD-028CF4A485C5}" type="pres">
      <dgm:prSet presAssocID="{1EC2746A-9260-446E-B0A1-2B21CE53DC3F}" presName="hierChild5" presStyleCnt="0"/>
      <dgm:spPr/>
    </dgm:pt>
    <dgm:pt modelId="{4386D042-3C19-4610-AD13-EA6ADCF1B4C6}" type="pres">
      <dgm:prSet presAssocID="{ADA8AA3C-8C7F-4988-AE8A-2C8D4598FE40}" presName="Name28" presStyleLbl="parChTrans1D2" presStyleIdx="7" presStyleCnt="9"/>
      <dgm:spPr/>
    </dgm:pt>
    <dgm:pt modelId="{3797F8C5-D3C4-4FF5-A509-0A4D97C771F0}" type="pres">
      <dgm:prSet presAssocID="{432851A7-6B5F-4500-8120-103351F42CD7}" presName="hierRoot2" presStyleCnt="0">
        <dgm:presLayoutVars>
          <dgm:hierBranch val="init"/>
        </dgm:presLayoutVars>
      </dgm:prSet>
      <dgm:spPr/>
    </dgm:pt>
    <dgm:pt modelId="{4C90BA78-29B1-4D0F-B88C-FF374B5145F3}" type="pres">
      <dgm:prSet presAssocID="{432851A7-6B5F-4500-8120-103351F42CD7}" presName="rootComposite2" presStyleCnt="0"/>
      <dgm:spPr/>
    </dgm:pt>
    <dgm:pt modelId="{C4BD8AAF-4C57-4B10-9930-5CEDAE875849}" type="pres">
      <dgm:prSet presAssocID="{432851A7-6B5F-4500-8120-103351F42CD7}" presName="rootText2" presStyleLbl="alignAcc1" presStyleIdx="0" presStyleCnt="0" custScaleX="132756" custScaleY="92099">
        <dgm:presLayoutVars>
          <dgm:chPref val="3"/>
        </dgm:presLayoutVars>
      </dgm:prSet>
      <dgm:spPr/>
    </dgm:pt>
    <dgm:pt modelId="{39D20516-BFF5-4806-9770-BBBA5BFC6880}" type="pres">
      <dgm:prSet presAssocID="{432851A7-6B5F-4500-8120-103351F42CD7}" presName="topArc2" presStyleLbl="parChTrans1D1" presStyleIdx="24" presStyleCnt="28"/>
      <dgm:spPr/>
    </dgm:pt>
    <dgm:pt modelId="{9551F5EE-1D44-4EC9-999D-2DAF70E0AC95}" type="pres">
      <dgm:prSet presAssocID="{432851A7-6B5F-4500-8120-103351F42CD7}" presName="bottomArc2" presStyleLbl="parChTrans1D1" presStyleIdx="25" presStyleCnt="28"/>
      <dgm:spPr/>
    </dgm:pt>
    <dgm:pt modelId="{B6F10F4D-C635-4DE0-B8D0-CDB234688477}" type="pres">
      <dgm:prSet presAssocID="{432851A7-6B5F-4500-8120-103351F42CD7}" presName="topConnNode2" presStyleLbl="node2" presStyleIdx="0" presStyleCnt="0"/>
      <dgm:spPr/>
    </dgm:pt>
    <dgm:pt modelId="{AAEA863F-6566-4B7F-A383-DC62A396515B}" type="pres">
      <dgm:prSet presAssocID="{432851A7-6B5F-4500-8120-103351F42CD7}" presName="hierChild4" presStyleCnt="0"/>
      <dgm:spPr/>
    </dgm:pt>
    <dgm:pt modelId="{6DDB37D6-79E7-4C01-B8D9-AC1DD381D5DF}" type="pres">
      <dgm:prSet presAssocID="{432851A7-6B5F-4500-8120-103351F42CD7}" presName="hierChild5" presStyleCnt="0"/>
      <dgm:spPr/>
    </dgm:pt>
    <dgm:pt modelId="{C3828985-101C-4A91-A9F6-87F521919E9B}" type="pres">
      <dgm:prSet presAssocID="{212502EF-A85E-4B5C-A7D2-D4599448A743}" presName="Name28" presStyleLbl="parChTrans1D2" presStyleIdx="8" presStyleCnt="9"/>
      <dgm:spPr/>
    </dgm:pt>
    <dgm:pt modelId="{B187633C-44EC-4686-B5B9-487D5F359BA6}" type="pres">
      <dgm:prSet presAssocID="{0DF36B77-B1AA-4AFD-B03A-B3429CE1AA7A}" presName="hierRoot2" presStyleCnt="0">
        <dgm:presLayoutVars>
          <dgm:hierBranch val="init"/>
        </dgm:presLayoutVars>
      </dgm:prSet>
      <dgm:spPr/>
    </dgm:pt>
    <dgm:pt modelId="{235DC7A5-9880-4605-920D-3CA871B629CD}" type="pres">
      <dgm:prSet presAssocID="{0DF36B77-B1AA-4AFD-B03A-B3429CE1AA7A}" presName="rootComposite2" presStyleCnt="0"/>
      <dgm:spPr/>
    </dgm:pt>
    <dgm:pt modelId="{36AEBD0D-2DF0-4528-BD01-BA43BE5EC139}" type="pres">
      <dgm:prSet presAssocID="{0DF36B77-B1AA-4AFD-B03A-B3429CE1AA7A}" presName="rootText2" presStyleLbl="alignAcc1" presStyleIdx="0" presStyleCnt="0">
        <dgm:presLayoutVars>
          <dgm:chPref val="3"/>
        </dgm:presLayoutVars>
      </dgm:prSet>
      <dgm:spPr/>
    </dgm:pt>
    <dgm:pt modelId="{C4D679AC-5D4C-4728-91E7-74FD1F509D10}" type="pres">
      <dgm:prSet presAssocID="{0DF36B77-B1AA-4AFD-B03A-B3429CE1AA7A}" presName="topArc2" presStyleLbl="parChTrans1D1" presStyleIdx="26" presStyleCnt="28"/>
      <dgm:spPr/>
    </dgm:pt>
    <dgm:pt modelId="{2D2F2D56-A5BC-4D63-86F6-66B46C369232}" type="pres">
      <dgm:prSet presAssocID="{0DF36B77-B1AA-4AFD-B03A-B3429CE1AA7A}" presName="bottomArc2" presStyleLbl="parChTrans1D1" presStyleIdx="27" presStyleCnt="28"/>
      <dgm:spPr/>
    </dgm:pt>
    <dgm:pt modelId="{F90F348E-D94E-450F-A95E-4A3386092DCC}" type="pres">
      <dgm:prSet presAssocID="{0DF36B77-B1AA-4AFD-B03A-B3429CE1AA7A}" presName="topConnNode2" presStyleLbl="node2" presStyleIdx="0" presStyleCnt="0"/>
      <dgm:spPr/>
    </dgm:pt>
    <dgm:pt modelId="{F5CEEAF4-079A-4AFA-85DB-BE6CE4AA88D0}" type="pres">
      <dgm:prSet presAssocID="{0DF36B77-B1AA-4AFD-B03A-B3429CE1AA7A}" presName="hierChild4" presStyleCnt="0"/>
      <dgm:spPr/>
    </dgm:pt>
    <dgm:pt modelId="{1221BD88-6501-42FD-B7B0-24DC37AA0354}" type="pres">
      <dgm:prSet presAssocID="{0DF36B77-B1AA-4AFD-B03A-B3429CE1AA7A}" presName="hierChild5" presStyleCnt="0"/>
      <dgm:spPr/>
    </dgm:pt>
    <dgm:pt modelId="{2E964818-7E5B-4C3E-B79A-C2A18BBE1ABB}" type="pres">
      <dgm:prSet presAssocID="{DD07CF96-7C9E-486D-B3F3-C9BF9096AAB0}" presName="hierChild3" presStyleCnt="0"/>
      <dgm:spPr/>
    </dgm:pt>
  </dgm:ptLst>
  <dgm:cxnLst>
    <dgm:cxn modelId="{0A895A06-6E66-438F-89BE-B4B32CC05EE4}" srcId="{DD07CF96-7C9E-486D-B3F3-C9BF9096AAB0}" destId="{B87ACD07-4742-45CA-899F-2154AFD0B7B1}" srcOrd="1" destOrd="0" parTransId="{520E6A65-AA20-4A13-925A-DBFBAD2981F0}" sibTransId="{13DB29DD-5CFA-472C-B43C-D3CB14F1D07E}"/>
    <dgm:cxn modelId="{A46B6C09-4361-4674-B71E-C2B53F2FF520}" srcId="{AE8A64F2-4510-451B-86A3-88597AC34D40}" destId="{7334B320-33DF-4F6F-8F45-CA801728A6E2}" srcOrd="3" destOrd="0" parTransId="{40C9BFE4-5E46-4442-80CA-41D59A237E3B}" sibTransId="{7F3DAD8B-51D2-4DBA-91F5-9BA6F4813B7E}"/>
    <dgm:cxn modelId="{A9E2A50B-B158-4746-AC60-1C753F670ABB}" type="presOf" srcId="{F9224B0C-5935-450C-BFB0-20AE11F9D52E}" destId="{244DDAC1-25B8-407C-A58E-E2C1197FEF68}" srcOrd="0" destOrd="0" presId="urn:microsoft.com/office/officeart/2008/layout/HalfCircleOrganizationChart"/>
    <dgm:cxn modelId="{1A71521C-F84C-49C8-B586-5FF8F286D31B}" type="presOf" srcId="{52319650-966A-481C-8129-494E7F67DC19}" destId="{FD2F8079-24E3-4AC6-AAD5-CA1626996D51}" srcOrd="1" destOrd="0" presId="urn:microsoft.com/office/officeart/2008/layout/HalfCircleOrganizationChart"/>
    <dgm:cxn modelId="{7411EF1F-CCD3-4D79-86BF-8BCF31E8A691}" type="presOf" srcId="{C265D3DD-A88F-475B-8435-249A9D346C57}" destId="{9B3E4613-BDC5-4DEE-9D83-6BD6708B1C64}" srcOrd="1" destOrd="0" presId="urn:microsoft.com/office/officeart/2008/layout/HalfCircleOrganizationChart"/>
    <dgm:cxn modelId="{4A42152A-2F49-42DC-AA22-EA24FCB3F948}" type="presOf" srcId="{52319650-966A-481C-8129-494E7F67DC19}" destId="{C5031C13-0A21-405F-814D-E72BAC18E8A5}" srcOrd="0" destOrd="0" presId="urn:microsoft.com/office/officeart/2008/layout/HalfCircleOrganizationChart"/>
    <dgm:cxn modelId="{241D422B-C4A0-47AA-8AA0-72890542AF4B}" type="presOf" srcId="{B9B72A7E-125B-46F0-A58F-E0888EE8BE0F}" destId="{FC200F1F-45D1-4C00-AB00-724DD92B1F26}" srcOrd="0" destOrd="0" presId="urn:microsoft.com/office/officeart/2008/layout/HalfCircleOrganizationChart"/>
    <dgm:cxn modelId="{9A18E831-FE4E-4569-A91B-2DFCAC2E56A4}" type="presOf" srcId="{0DF36B77-B1AA-4AFD-B03A-B3429CE1AA7A}" destId="{F90F348E-D94E-450F-A95E-4A3386092DCC}" srcOrd="1" destOrd="0" presId="urn:microsoft.com/office/officeart/2008/layout/HalfCircleOrganizationChart"/>
    <dgm:cxn modelId="{CA74A533-C739-49C1-89DF-B6B98FAD4FF0}" srcId="{0B49AE31-B043-406F-B44F-46BEE89D9D7D}" destId="{E18D2443-945D-4C09-94C9-5409EBA01D23}" srcOrd="0" destOrd="0" parTransId="{2098487B-B6D0-47F4-A323-C08A18C87A3A}" sibTransId="{953C55B8-49E8-4BE1-8E1C-1B361218A536}"/>
    <dgm:cxn modelId="{7CB6EF36-7D77-459F-8CC8-4135EAB814E0}" type="presOf" srcId="{432851A7-6B5F-4500-8120-103351F42CD7}" destId="{B6F10F4D-C635-4DE0-B8D0-CDB234688477}" srcOrd="1" destOrd="0" presId="urn:microsoft.com/office/officeart/2008/layout/HalfCircleOrganizationChart"/>
    <dgm:cxn modelId="{2FDE7137-DD9D-489E-9567-B0C3478EF5F3}" type="presOf" srcId="{1EC2746A-9260-446E-B0A1-2B21CE53DC3F}" destId="{BBED7EC7-3CC9-450D-9D5C-C4BCAA13B1CA}" srcOrd="0" destOrd="0" presId="urn:microsoft.com/office/officeart/2008/layout/HalfCircleOrganizationChart"/>
    <dgm:cxn modelId="{8AF3463C-4804-425F-BD6D-108E05B9012F}" srcId="{DD07CF96-7C9E-486D-B3F3-C9BF9096AAB0}" destId="{432851A7-6B5F-4500-8120-103351F42CD7}" srcOrd="3" destOrd="0" parTransId="{ADA8AA3C-8C7F-4988-AE8A-2C8D4598FE40}" sibTransId="{A8ECA026-D576-4A32-BEB0-641F092E2E3E}"/>
    <dgm:cxn modelId="{F047D860-91B7-417A-9729-FABF4DB6C5A4}" type="presOf" srcId="{432851A7-6B5F-4500-8120-103351F42CD7}" destId="{C4BD8AAF-4C57-4B10-9930-5CEDAE875849}" srcOrd="0" destOrd="0" presId="urn:microsoft.com/office/officeart/2008/layout/HalfCircleOrganizationChart"/>
    <dgm:cxn modelId="{DF24BD61-247F-48ED-BADD-3A252E444AA1}" srcId="{BB1E6665-4489-4B40-B1F8-81A78E20A89A}" destId="{52319650-966A-481C-8129-494E7F67DC19}" srcOrd="0" destOrd="0" parTransId="{72E22226-2F0C-498E-A269-CB20189D8BC7}" sibTransId="{F8BC24BD-B2FE-4FEC-9583-420A29FCEC0F}"/>
    <dgm:cxn modelId="{F28A4C64-6C66-48EA-9ED8-1986E42CBF27}" type="presOf" srcId="{DF4FFF4A-DC36-42EB-BD68-0C2EC77C62BE}" destId="{F3C26F94-DDA8-4F03-AC91-F28172D8F6D2}" srcOrd="0" destOrd="0" presId="urn:microsoft.com/office/officeart/2008/layout/HalfCircleOrganizationChart"/>
    <dgm:cxn modelId="{8CD3D744-CA51-441D-B8C1-347471CD5309}" type="presOf" srcId="{2098487B-B6D0-47F4-A323-C08A18C87A3A}" destId="{E86F235A-1D65-4A3E-B93A-43905F58A2D1}" srcOrd="0" destOrd="0" presId="urn:microsoft.com/office/officeart/2008/layout/HalfCircleOrganizationChart"/>
    <dgm:cxn modelId="{8098FB69-6D01-4731-89F0-A2DACC5F6225}" srcId="{AE8A64F2-4510-451B-86A3-88597AC34D40}" destId="{DD07CF96-7C9E-486D-B3F3-C9BF9096AAB0}" srcOrd="4" destOrd="0" parTransId="{0B76842B-7FFD-4657-B235-20F6E60320D3}" sibTransId="{9513A48E-AAEF-4FC4-B092-30207706F3E3}"/>
    <dgm:cxn modelId="{CB2ECE4C-6634-419E-8529-1AD7228DD025}" type="presOf" srcId="{F9224B0C-5935-450C-BFB0-20AE11F9D52E}" destId="{A0927E71-6C87-4009-947D-111BD41EC516}" srcOrd="1" destOrd="0" presId="urn:microsoft.com/office/officeart/2008/layout/HalfCircleOrganizationChart"/>
    <dgm:cxn modelId="{FAF0264D-0DE0-4E6A-B40A-313AA7720EB0}" srcId="{DD07CF96-7C9E-486D-B3F3-C9BF9096AAB0}" destId="{1EC2746A-9260-446E-B0A1-2B21CE53DC3F}" srcOrd="2" destOrd="0" parTransId="{DF4FFF4A-DC36-42EB-BD68-0C2EC77C62BE}" sibTransId="{4C4E2B21-7D40-457D-BCCE-F5D80574C45A}"/>
    <dgm:cxn modelId="{9A80866D-E1EA-49E5-B572-F364D849B23C}" type="presOf" srcId="{1EC2746A-9260-446E-B0A1-2B21CE53DC3F}" destId="{CEEB31EC-83C0-4016-8B27-FDD52476AFDC}" srcOrd="1" destOrd="0" presId="urn:microsoft.com/office/officeart/2008/layout/HalfCircleOrganizationChart"/>
    <dgm:cxn modelId="{50FC9471-ABD7-4A79-B4F5-6D1C569F4BE8}" type="presOf" srcId="{520E6A65-AA20-4A13-925A-DBFBAD2981F0}" destId="{26111995-6078-45D0-8A40-BA41E1C667FB}" srcOrd="0" destOrd="0" presId="urn:microsoft.com/office/officeart/2008/layout/HalfCircleOrganizationChart"/>
    <dgm:cxn modelId="{5657BD72-A6A9-48DC-8A6B-6E74704A6099}" type="presOf" srcId="{AE8A64F2-4510-451B-86A3-88597AC34D40}" destId="{6A9F7D2B-4920-45B1-B587-B268258B8D53}" srcOrd="0" destOrd="0" presId="urn:microsoft.com/office/officeart/2008/layout/HalfCircleOrganizationChart"/>
    <dgm:cxn modelId="{9EFD9D53-62E9-4662-80A8-238E73DE0691}" type="presOf" srcId="{7334B320-33DF-4F6F-8F45-CA801728A6E2}" destId="{E4160185-82E9-409D-AE3F-D5874C3D05B5}" srcOrd="0" destOrd="0" presId="urn:microsoft.com/office/officeart/2008/layout/HalfCircleOrganizationChart"/>
    <dgm:cxn modelId="{E3E16859-9630-4A29-B31C-7ADD74474789}" type="presOf" srcId="{BB1E6665-4489-4B40-B1F8-81A78E20A89A}" destId="{A4E86CB1-BBDE-42D1-AEE3-584317A12504}" srcOrd="0" destOrd="0" presId="urn:microsoft.com/office/officeart/2008/layout/HalfCircleOrganizationChart"/>
    <dgm:cxn modelId="{E766EE5A-5483-4504-98F5-37FF81FEAC77}" srcId="{AE8A64F2-4510-451B-86A3-88597AC34D40}" destId="{0B49AE31-B043-406F-B44F-46BEE89D9D7D}" srcOrd="1" destOrd="0" parTransId="{78FE652F-222B-463D-BD84-37A60F1B3E24}" sibTransId="{ECC76A68-E608-4A64-AECF-B1E052DF1C15}"/>
    <dgm:cxn modelId="{F0116081-D058-4CC2-8D0B-C6717B8DC104}" type="presOf" srcId="{6E022075-874B-43F1-A40C-6F62424B82F4}" destId="{77ACA2DA-C88F-4094-8BED-A139712B86AB}" srcOrd="0" destOrd="0" presId="urn:microsoft.com/office/officeart/2008/layout/HalfCircleOrganizationChart"/>
    <dgm:cxn modelId="{E9C51387-E196-412A-BB58-707693D29F2E}" type="presOf" srcId="{C265D3DD-A88F-475B-8435-249A9D346C57}" destId="{F533FE24-A9F8-439A-AA7E-97DB85590F4C}" srcOrd="0" destOrd="0" presId="urn:microsoft.com/office/officeart/2008/layout/HalfCircleOrganizationChart"/>
    <dgm:cxn modelId="{0D679C8F-9791-40B3-9E55-A3D6642B090D}" type="presOf" srcId="{0B49AE31-B043-406F-B44F-46BEE89D9D7D}" destId="{B6879EF7-A2C7-4D3E-B094-2F91B3C31F82}" srcOrd="0" destOrd="0" presId="urn:microsoft.com/office/officeart/2008/layout/HalfCircleOrganizationChart"/>
    <dgm:cxn modelId="{4024B08F-ABE5-471F-A9B8-A5D5766ED957}" srcId="{6E022075-874B-43F1-A40C-6F62424B82F4}" destId="{C265D3DD-A88F-475B-8435-249A9D346C57}" srcOrd="0" destOrd="0" parTransId="{D0450B49-93D4-4476-A2A3-337F4A34D940}" sibTransId="{98CBA7C7-2EAA-45CC-A3BF-00AB97753830}"/>
    <dgm:cxn modelId="{B440B890-0F83-4FF6-83D9-9F5829CE36CA}" type="presOf" srcId="{0B49AE31-B043-406F-B44F-46BEE89D9D7D}" destId="{B029C3F0-B8C1-4ACF-91D8-DDB855E923B9}" srcOrd="1" destOrd="0" presId="urn:microsoft.com/office/officeart/2008/layout/HalfCircleOrganizationChart"/>
    <dgm:cxn modelId="{9C5ADC90-EB55-4C8D-88AC-BB793DEBF00B}" srcId="{DD07CF96-7C9E-486D-B3F3-C9BF9096AAB0}" destId="{0DF36B77-B1AA-4AFD-B03A-B3429CE1AA7A}" srcOrd="4" destOrd="0" parTransId="{212502EF-A85E-4B5C-A7D2-D4599448A743}" sibTransId="{9874C02B-0FEA-4FCE-AC17-C45F315B0C4A}"/>
    <dgm:cxn modelId="{7D2C7C98-52C7-4BA2-95E4-246ADC7ED594}" type="presOf" srcId="{B87ACD07-4742-45CA-899F-2154AFD0B7B1}" destId="{D0D0BDDF-6386-4405-9827-7CDB727F5711}" srcOrd="1" destOrd="0" presId="urn:microsoft.com/office/officeart/2008/layout/HalfCircleOrganizationChart"/>
    <dgm:cxn modelId="{7470E699-9432-46D7-B876-288EE6C75366}" srcId="{7334B320-33DF-4F6F-8F45-CA801728A6E2}" destId="{F9224B0C-5935-450C-BFB0-20AE11F9D52E}" srcOrd="0" destOrd="0" parTransId="{6D84B847-CB47-41BC-A9D0-8B04D5569C77}" sibTransId="{27BFC876-9C76-41A4-84EE-A85EBC0DEA03}"/>
    <dgm:cxn modelId="{D40B939A-D4BB-4DFF-9CBB-15D6BEAB1F17}" srcId="{DD07CF96-7C9E-486D-B3F3-C9BF9096AAB0}" destId="{B9B72A7E-125B-46F0-A58F-E0888EE8BE0F}" srcOrd="0" destOrd="0" parTransId="{56CBCA64-6D8D-41E0-853B-A7954A5BC8AD}" sibTransId="{C36EE007-9DE7-4D9D-967A-2C2994FE68EA}"/>
    <dgm:cxn modelId="{28CA819B-8C57-4F48-9003-C031D303FEF0}" type="presOf" srcId="{72E22226-2F0C-498E-A269-CB20189D8BC7}" destId="{1651CD8B-7221-428F-9902-E86308DA4ADA}" srcOrd="0" destOrd="0" presId="urn:microsoft.com/office/officeart/2008/layout/HalfCircleOrganizationChart"/>
    <dgm:cxn modelId="{E23F729D-0BF2-4BA0-9F7F-5AFA8B0BED8F}" type="presOf" srcId="{DD07CF96-7C9E-486D-B3F3-C9BF9096AAB0}" destId="{EF4FE588-95B5-424F-A33E-BEE169C89464}" srcOrd="0" destOrd="0" presId="urn:microsoft.com/office/officeart/2008/layout/HalfCircleOrganizationChart"/>
    <dgm:cxn modelId="{28DB84A1-13CD-4655-80C6-144171874CE5}" type="presOf" srcId="{BB1E6665-4489-4B40-B1F8-81A78E20A89A}" destId="{4E7B8C11-198D-4E7C-AE98-864E1451E62B}" srcOrd="1" destOrd="0" presId="urn:microsoft.com/office/officeart/2008/layout/HalfCircleOrganizationChart"/>
    <dgm:cxn modelId="{84E66BAD-749F-4556-92FC-98418EEC4775}" type="presOf" srcId="{B87ACD07-4742-45CA-899F-2154AFD0B7B1}" destId="{16EE385F-12DD-43F4-B5AB-A6F4A12D11DD}" srcOrd="0" destOrd="0" presId="urn:microsoft.com/office/officeart/2008/layout/HalfCircleOrganizationChart"/>
    <dgm:cxn modelId="{401E1EB9-6395-4219-8377-BCC81BDCD0B0}" type="presOf" srcId="{D0450B49-93D4-4476-A2A3-337F4A34D940}" destId="{274CFAE5-E302-4ACD-9138-84342BB7D5AB}" srcOrd="0" destOrd="0" presId="urn:microsoft.com/office/officeart/2008/layout/HalfCircleOrganizationChart"/>
    <dgm:cxn modelId="{76A69BC4-4EFE-44A7-90F6-BC80D0A52A5F}" type="presOf" srcId="{0DF36B77-B1AA-4AFD-B03A-B3429CE1AA7A}" destId="{36AEBD0D-2DF0-4528-BD01-BA43BE5EC139}" srcOrd="0" destOrd="0" presId="urn:microsoft.com/office/officeart/2008/layout/HalfCircleOrganizationChart"/>
    <dgm:cxn modelId="{351CA6C7-0642-4717-9DD4-0ED61B12C589}" type="presOf" srcId="{6D84B847-CB47-41BC-A9D0-8B04D5569C77}" destId="{9EE4C329-10E6-45E9-BD9E-411CE1942CC8}" srcOrd="0" destOrd="0" presId="urn:microsoft.com/office/officeart/2008/layout/HalfCircleOrganizationChart"/>
    <dgm:cxn modelId="{604C48C8-A7D1-477A-AEF3-32A72A2CE382}" type="presOf" srcId="{B9B72A7E-125B-46F0-A58F-E0888EE8BE0F}" destId="{227D2533-31CB-4959-9D38-283233CE486A}" srcOrd="1" destOrd="0" presId="urn:microsoft.com/office/officeart/2008/layout/HalfCircleOrganizationChart"/>
    <dgm:cxn modelId="{50A3F8CC-AC8E-4E89-BC44-E32E41841117}" type="presOf" srcId="{DD07CF96-7C9E-486D-B3F3-C9BF9096AAB0}" destId="{704A7144-F117-489C-AD33-E7C4B4D180BE}" srcOrd="1" destOrd="0" presId="urn:microsoft.com/office/officeart/2008/layout/HalfCircleOrganizationChart"/>
    <dgm:cxn modelId="{518D60CD-57E5-467A-90C8-AD0C4B950143}" type="presOf" srcId="{212502EF-A85E-4B5C-A7D2-D4599448A743}" destId="{C3828985-101C-4A91-A9F6-87F521919E9B}" srcOrd="0" destOrd="0" presId="urn:microsoft.com/office/officeart/2008/layout/HalfCircleOrganizationChart"/>
    <dgm:cxn modelId="{951B42CD-9B21-4328-9047-E26619816F98}" type="presOf" srcId="{56CBCA64-6D8D-41E0-853B-A7954A5BC8AD}" destId="{F44C84D5-8A3C-42F5-8CA9-2D0683438C3A}" srcOrd="0" destOrd="0" presId="urn:microsoft.com/office/officeart/2008/layout/HalfCircleOrganizationChart"/>
    <dgm:cxn modelId="{9CD7DDD2-20A0-4D4F-A911-C2187AAD15E9}" type="presOf" srcId="{ADA8AA3C-8C7F-4988-AE8A-2C8D4598FE40}" destId="{4386D042-3C19-4610-AD13-EA6ADCF1B4C6}" srcOrd="0" destOrd="0" presId="urn:microsoft.com/office/officeart/2008/layout/HalfCircleOrganizationChart"/>
    <dgm:cxn modelId="{307BA8D4-2BD0-4003-B4E9-A731A7A719EA}" srcId="{AE8A64F2-4510-451B-86A3-88597AC34D40}" destId="{BB1E6665-4489-4B40-B1F8-81A78E20A89A}" srcOrd="2" destOrd="0" parTransId="{22C3CF89-D415-4037-A71A-61C90606A73B}" sibTransId="{9E79B5B4-BE4F-4448-B2F2-D7A030F83978}"/>
    <dgm:cxn modelId="{F045F4E3-2D5A-42EE-8ABE-2520A38040F5}" type="presOf" srcId="{E18D2443-945D-4C09-94C9-5409EBA01D23}" destId="{66A6737A-F269-4884-9D12-59C7E79E4B05}" srcOrd="1" destOrd="0" presId="urn:microsoft.com/office/officeart/2008/layout/HalfCircleOrganizationChart"/>
    <dgm:cxn modelId="{8FE6A7EB-A199-4CB9-AB65-4165EA42953D}" type="presOf" srcId="{6E022075-874B-43F1-A40C-6F62424B82F4}" destId="{C49EC95F-9551-4B67-AFEA-CB607281A714}" srcOrd="1" destOrd="0" presId="urn:microsoft.com/office/officeart/2008/layout/HalfCircleOrganizationChart"/>
    <dgm:cxn modelId="{0A893DED-34E2-4084-88F0-AAF4EB4B2FC5}" srcId="{AE8A64F2-4510-451B-86A3-88597AC34D40}" destId="{6E022075-874B-43F1-A40C-6F62424B82F4}" srcOrd="0" destOrd="0" parTransId="{24EB40A0-8CB4-4E13-9F11-94FD444EF9E1}" sibTransId="{CC32D89A-D952-471C-A072-DFA1069BAFE8}"/>
    <dgm:cxn modelId="{584146F4-082B-4971-ADE8-B8B83409EF85}" type="presOf" srcId="{E18D2443-945D-4C09-94C9-5409EBA01D23}" destId="{69AA4F1B-BCA1-4E76-923E-76E191710526}" srcOrd="0" destOrd="0" presId="urn:microsoft.com/office/officeart/2008/layout/HalfCircleOrganizationChart"/>
    <dgm:cxn modelId="{76D89DF6-D4F2-4BCC-AC20-A406A5BA9FF7}" type="presOf" srcId="{7334B320-33DF-4F6F-8F45-CA801728A6E2}" destId="{21F64B40-16EF-4BE1-A20F-B6DE27D12D09}" srcOrd="1" destOrd="0" presId="urn:microsoft.com/office/officeart/2008/layout/HalfCircleOrganizationChart"/>
    <dgm:cxn modelId="{6F0D581A-2DF7-4015-A085-B9933EDF650E}" type="presParOf" srcId="{6A9F7D2B-4920-45B1-B587-B268258B8D53}" destId="{A6A2474D-AA95-4CAC-ACAE-973B0F106EB2}" srcOrd="0" destOrd="0" presId="urn:microsoft.com/office/officeart/2008/layout/HalfCircleOrganizationChart"/>
    <dgm:cxn modelId="{1DBC00E2-3A18-48BA-ACD8-CF5F330FC289}" type="presParOf" srcId="{A6A2474D-AA95-4CAC-ACAE-973B0F106EB2}" destId="{6AE0E1FB-25B7-49A8-A872-06C1F8121C7C}" srcOrd="0" destOrd="0" presId="urn:microsoft.com/office/officeart/2008/layout/HalfCircleOrganizationChart"/>
    <dgm:cxn modelId="{43679E18-74F5-48B3-843D-208ECA3DC95C}" type="presParOf" srcId="{6AE0E1FB-25B7-49A8-A872-06C1F8121C7C}" destId="{77ACA2DA-C88F-4094-8BED-A139712B86AB}" srcOrd="0" destOrd="0" presId="urn:microsoft.com/office/officeart/2008/layout/HalfCircleOrganizationChart"/>
    <dgm:cxn modelId="{5C4FA3F5-95E3-48FA-8FE5-50A5B573F8E4}" type="presParOf" srcId="{6AE0E1FB-25B7-49A8-A872-06C1F8121C7C}" destId="{1C6552D9-A431-465E-B7DF-C779FF6BEA35}" srcOrd="1" destOrd="0" presId="urn:microsoft.com/office/officeart/2008/layout/HalfCircleOrganizationChart"/>
    <dgm:cxn modelId="{B83D4AE5-7F94-409D-97E6-B1852C6CD7C1}" type="presParOf" srcId="{6AE0E1FB-25B7-49A8-A872-06C1F8121C7C}" destId="{8D56D4B3-0352-4C30-ABAA-61BEC10E71F1}" srcOrd="2" destOrd="0" presId="urn:microsoft.com/office/officeart/2008/layout/HalfCircleOrganizationChart"/>
    <dgm:cxn modelId="{7D70E32A-0E2E-48CE-B3D0-CF0AB2F504B4}" type="presParOf" srcId="{6AE0E1FB-25B7-49A8-A872-06C1F8121C7C}" destId="{C49EC95F-9551-4B67-AFEA-CB607281A714}" srcOrd="3" destOrd="0" presId="urn:microsoft.com/office/officeart/2008/layout/HalfCircleOrganizationChart"/>
    <dgm:cxn modelId="{597BEACB-7D7E-4333-A592-962E51E6E084}" type="presParOf" srcId="{A6A2474D-AA95-4CAC-ACAE-973B0F106EB2}" destId="{6DBEA552-54D0-413B-94E6-71D7767C1121}" srcOrd="1" destOrd="0" presId="urn:microsoft.com/office/officeart/2008/layout/HalfCircleOrganizationChart"/>
    <dgm:cxn modelId="{FC4CBB15-F993-40EB-96E1-2AE1E538642B}" type="presParOf" srcId="{6DBEA552-54D0-413B-94E6-71D7767C1121}" destId="{274CFAE5-E302-4ACD-9138-84342BB7D5AB}" srcOrd="0" destOrd="0" presId="urn:microsoft.com/office/officeart/2008/layout/HalfCircleOrganizationChart"/>
    <dgm:cxn modelId="{CD07CC8B-DB72-44C1-AD7B-CBCBEC9AC345}" type="presParOf" srcId="{6DBEA552-54D0-413B-94E6-71D7767C1121}" destId="{A256E1E9-9969-4132-A541-3493BB61BA45}" srcOrd="1" destOrd="0" presId="urn:microsoft.com/office/officeart/2008/layout/HalfCircleOrganizationChart"/>
    <dgm:cxn modelId="{BB1CD906-063E-467F-BEC6-1BBD2362FA7F}" type="presParOf" srcId="{A256E1E9-9969-4132-A541-3493BB61BA45}" destId="{B42D0960-2121-4726-BD50-CD9A5EF292F8}" srcOrd="0" destOrd="0" presId="urn:microsoft.com/office/officeart/2008/layout/HalfCircleOrganizationChart"/>
    <dgm:cxn modelId="{BAD2CB60-51D0-44C6-B96C-444741616F61}" type="presParOf" srcId="{B42D0960-2121-4726-BD50-CD9A5EF292F8}" destId="{F533FE24-A9F8-439A-AA7E-97DB85590F4C}" srcOrd="0" destOrd="0" presId="urn:microsoft.com/office/officeart/2008/layout/HalfCircleOrganizationChart"/>
    <dgm:cxn modelId="{436D72D4-8A74-4ECB-BB1C-104E62EDF201}" type="presParOf" srcId="{B42D0960-2121-4726-BD50-CD9A5EF292F8}" destId="{498D0BDD-89C2-47FE-AC94-0A1BDFC7A01B}" srcOrd="1" destOrd="0" presId="urn:microsoft.com/office/officeart/2008/layout/HalfCircleOrganizationChart"/>
    <dgm:cxn modelId="{4DD74337-3070-4644-A624-40A5D411845F}" type="presParOf" srcId="{B42D0960-2121-4726-BD50-CD9A5EF292F8}" destId="{06AF9FDB-6D65-4D90-9173-3842F20478DD}" srcOrd="2" destOrd="0" presId="urn:microsoft.com/office/officeart/2008/layout/HalfCircleOrganizationChart"/>
    <dgm:cxn modelId="{1E50A52D-2EED-4585-AFB8-B8E1C69C7CB8}" type="presParOf" srcId="{B42D0960-2121-4726-BD50-CD9A5EF292F8}" destId="{9B3E4613-BDC5-4DEE-9D83-6BD6708B1C64}" srcOrd="3" destOrd="0" presId="urn:microsoft.com/office/officeart/2008/layout/HalfCircleOrganizationChart"/>
    <dgm:cxn modelId="{2709F82F-3299-4696-BAB2-4AC3FC89D65F}" type="presParOf" srcId="{A256E1E9-9969-4132-A541-3493BB61BA45}" destId="{71F8E0A5-3800-4DF7-B03D-70A78B8E8AA1}" srcOrd="1" destOrd="0" presId="urn:microsoft.com/office/officeart/2008/layout/HalfCircleOrganizationChart"/>
    <dgm:cxn modelId="{151354BC-4B9B-419A-B67E-6AC93EF05B82}" type="presParOf" srcId="{A256E1E9-9969-4132-A541-3493BB61BA45}" destId="{4C00205B-841C-4A94-9209-55054B956DB4}" srcOrd="2" destOrd="0" presId="urn:microsoft.com/office/officeart/2008/layout/HalfCircleOrganizationChart"/>
    <dgm:cxn modelId="{2688F243-EADC-4675-8CA0-D267A01A1D12}" type="presParOf" srcId="{A6A2474D-AA95-4CAC-ACAE-973B0F106EB2}" destId="{6524531F-B456-417D-829F-AA912147CC31}" srcOrd="2" destOrd="0" presId="urn:microsoft.com/office/officeart/2008/layout/HalfCircleOrganizationChart"/>
    <dgm:cxn modelId="{397CBFC9-8E59-4AC8-B02D-23CE44D53FC8}" type="presParOf" srcId="{6A9F7D2B-4920-45B1-B587-B268258B8D53}" destId="{36248642-0064-46E9-A920-EC0CF3345729}" srcOrd="1" destOrd="0" presId="urn:microsoft.com/office/officeart/2008/layout/HalfCircleOrganizationChart"/>
    <dgm:cxn modelId="{89EC9947-9102-48D1-9E96-B554F6973DB8}" type="presParOf" srcId="{36248642-0064-46E9-A920-EC0CF3345729}" destId="{22C31468-27C3-4CCC-A819-616BB1C8E1AD}" srcOrd="0" destOrd="0" presId="urn:microsoft.com/office/officeart/2008/layout/HalfCircleOrganizationChart"/>
    <dgm:cxn modelId="{02B03619-DF59-4052-BFFE-F2B51A9B92DB}" type="presParOf" srcId="{22C31468-27C3-4CCC-A819-616BB1C8E1AD}" destId="{B6879EF7-A2C7-4D3E-B094-2F91B3C31F82}" srcOrd="0" destOrd="0" presId="urn:microsoft.com/office/officeart/2008/layout/HalfCircleOrganizationChart"/>
    <dgm:cxn modelId="{2E3CF78E-0DF2-4297-88F6-9B56679551BB}" type="presParOf" srcId="{22C31468-27C3-4CCC-A819-616BB1C8E1AD}" destId="{95128B3C-0F5F-44CA-94BA-4639C1245424}" srcOrd="1" destOrd="0" presId="urn:microsoft.com/office/officeart/2008/layout/HalfCircleOrganizationChart"/>
    <dgm:cxn modelId="{063F5950-5E64-4B22-9724-0BB95337A318}" type="presParOf" srcId="{22C31468-27C3-4CCC-A819-616BB1C8E1AD}" destId="{7D42A9E3-9445-498B-BB0D-3925D144C4C7}" srcOrd="2" destOrd="0" presId="urn:microsoft.com/office/officeart/2008/layout/HalfCircleOrganizationChart"/>
    <dgm:cxn modelId="{AF479DD8-587B-4546-8A93-B5C32A91BE33}" type="presParOf" srcId="{22C31468-27C3-4CCC-A819-616BB1C8E1AD}" destId="{B029C3F0-B8C1-4ACF-91D8-DDB855E923B9}" srcOrd="3" destOrd="0" presId="urn:microsoft.com/office/officeart/2008/layout/HalfCircleOrganizationChart"/>
    <dgm:cxn modelId="{1EED90EB-1D16-44C2-B78B-DB214EFEDC0B}" type="presParOf" srcId="{36248642-0064-46E9-A920-EC0CF3345729}" destId="{AA6A6E5C-1D54-4524-BC72-AC563274864A}" srcOrd="1" destOrd="0" presId="urn:microsoft.com/office/officeart/2008/layout/HalfCircleOrganizationChart"/>
    <dgm:cxn modelId="{50ED7E1A-6E97-4CAA-B768-E86104E09488}" type="presParOf" srcId="{36248642-0064-46E9-A920-EC0CF3345729}" destId="{CF2FB2D9-C664-49BF-A548-108D1DE2A1DB}" srcOrd="2" destOrd="0" presId="urn:microsoft.com/office/officeart/2008/layout/HalfCircleOrganizationChart"/>
    <dgm:cxn modelId="{2DEE5158-8F8C-43BD-B351-75373F6FCF23}" type="presParOf" srcId="{CF2FB2D9-C664-49BF-A548-108D1DE2A1DB}" destId="{E86F235A-1D65-4A3E-B93A-43905F58A2D1}" srcOrd="0" destOrd="0" presId="urn:microsoft.com/office/officeart/2008/layout/HalfCircleOrganizationChart"/>
    <dgm:cxn modelId="{38476AEC-A4AD-434D-8DE3-8350BC4B77EC}" type="presParOf" srcId="{CF2FB2D9-C664-49BF-A548-108D1DE2A1DB}" destId="{5EF45AD7-BD87-4FDE-A986-C2797975E3C7}" srcOrd="1" destOrd="0" presId="urn:microsoft.com/office/officeart/2008/layout/HalfCircleOrganizationChart"/>
    <dgm:cxn modelId="{778B4581-31D2-449D-A843-D7F69D7A11CD}" type="presParOf" srcId="{5EF45AD7-BD87-4FDE-A986-C2797975E3C7}" destId="{3ACAAA46-EC0D-4464-B681-E7535FC370DD}" srcOrd="0" destOrd="0" presId="urn:microsoft.com/office/officeart/2008/layout/HalfCircleOrganizationChart"/>
    <dgm:cxn modelId="{481156BA-AE93-495F-BE50-32332405247B}" type="presParOf" srcId="{3ACAAA46-EC0D-4464-B681-E7535FC370DD}" destId="{69AA4F1B-BCA1-4E76-923E-76E191710526}" srcOrd="0" destOrd="0" presId="urn:microsoft.com/office/officeart/2008/layout/HalfCircleOrganizationChart"/>
    <dgm:cxn modelId="{D9D0A90B-323E-40E5-86F2-1F112059BABA}" type="presParOf" srcId="{3ACAAA46-EC0D-4464-B681-E7535FC370DD}" destId="{29ECD0BD-4DF2-4ABB-9CB6-23A9F381561E}" srcOrd="1" destOrd="0" presId="urn:microsoft.com/office/officeart/2008/layout/HalfCircleOrganizationChart"/>
    <dgm:cxn modelId="{36479A09-9F1C-4814-95F2-DB9CCFAEFA13}" type="presParOf" srcId="{3ACAAA46-EC0D-4464-B681-E7535FC370DD}" destId="{D8170B58-6516-42C3-A5C7-CFE7B92B0B2B}" srcOrd="2" destOrd="0" presId="urn:microsoft.com/office/officeart/2008/layout/HalfCircleOrganizationChart"/>
    <dgm:cxn modelId="{59687A9C-D4E1-482C-8DBA-BF67944DF36D}" type="presParOf" srcId="{3ACAAA46-EC0D-4464-B681-E7535FC370DD}" destId="{66A6737A-F269-4884-9D12-59C7E79E4B05}" srcOrd="3" destOrd="0" presId="urn:microsoft.com/office/officeart/2008/layout/HalfCircleOrganizationChart"/>
    <dgm:cxn modelId="{8770F210-69B9-403C-8F4E-75F30106BC6A}" type="presParOf" srcId="{5EF45AD7-BD87-4FDE-A986-C2797975E3C7}" destId="{FF428539-6259-4562-BC42-065B6E877DFE}" srcOrd="1" destOrd="0" presId="urn:microsoft.com/office/officeart/2008/layout/HalfCircleOrganizationChart"/>
    <dgm:cxn modelId="{A4357ABE-22BB-4CEC-A44C-62F157ACCCCB}" type="presParOf" srcId="{5EF45AD7-BD87-4FDE-A986-C2797975E3C7}" destId="{5FEF7B34-5AA0-4B7E-8ABF-59AA273A039D}" srcOrd="2" destOrd="0" presId="urn:microsoft.com/office/officeart/2008/layout/HalfCircleOrganizationChart"/>
    <dgm:cxn modelId="{40567EB7-FF82-48DE-86C4-F89E1F1DB4E1}" type="presParOf" srcId="{6A9F7D2B-4920-45B1-B587-B268258B8D53}" destId="{1271F41E-7D07-4BB0-8C24-0CDAFEBFEF94}" srcOrd="2" destOrd="0" presId="urn:microsoft.com/office/officeart/2008/layout/HalfCircleOrganizationChart"/>
    <dgm:cxn modelId="{FFD05474-A9A1-4318-AF74-547A4D260401}" type="presParOf" srcId="{1271F41E-7D07-4BB0-8C24-0CDAFEBFEF94}" destId="{C85FEC1E-1BBF-43D8-8238-8E4D9C5C8F04}" srcOrd="0" destOrd="0" presId="urn:microsoft.com/office/officeart/2008/layout/HalfCircleOrganizationChart"/>
    <dgm:cxn modelId="{EBE3639F-75C8-4B19-9DBE-01DFACB3207F}" type="presParOf" srcId="{C85FEC1E-1BBF-43D8-8238-8E4D9C5C8F04}" destId="{A4E86CB1-BBDE-42D1-AEE3-584317A12504}" srcOrd="0" destOrd="0" presId="urn:microsoft.com/office/officeart/2008/layout/HalfCircleOrganizationChart"/>
    <dgm:cxn modelId="{F3D9538E-EC6D-4FD1-82A7-3E703491884D}" type="presParOf" srcId="{C85FEC1E-1BBF-43D8-8238-8E4D9C5C8F04}" destId="{7E9CBF85-39B5-4E01-829D-BB0D9DD75FCC}" srcOrd="1" destOrd="0" presId="urn:microsoft.com/office/officeart/2008/layout/HalfCircleOrganizationChart"/>
    <dgm:cxn modelId="{C7A2A52E-C1E5-4911-8386-4D5764F97A9F}" type="presParOf" srcId="{C85FEC1E-1BBF-43D8-8238-8E4D9C5C8F04}" destId="{FCB3C36F-E3BE-4936-9AED-D16C82594DBA}" srcOrd="2" destOrd="0" presId="urn:microsoft.com/office/officeart/2008/layout/HalfCircleOrganizationChart"/>
    <dgm:cxn modelId="{C0C815F3-2F45-49FA-8471-E8A839B6C168}" type="presParOf" srcId="{C85FEC1E-1BBF-43D8-8238-8E4D9C5C8F04}" destId="{4E7B8C11-198D-4E7C-AE98-864E1451E62B}" srcOrd="3" destOrd="0" presId="urn:microsoft.com/office/officeart/2008/layout/HalfCircleOrganizationChart"/>
    <dgm:cxn modelId="{E6EC8D06-B513-44EC-A8C2-C36E6F330AB7}" type="presParOf" srcId="{1271F41E-7D07-4BB0-8C24-0CDAFEBFEF94}" destId="{BF0A23B4-4DD9-4038-8549-ED0A807D56C0}" srcOrd="1" destOrd="0" presId="urn:microsoft.com/office/officeart/2008/layout/HalfCircleOrganizationChart"/>
    <dgm:cxn modelId="{21E5F327-8D74-4A2A-B066-9BE175107813}" type="presParOf" srcId="{BF0A23B4-4DD9-4038-8549-ED0A807D56C0}" destId="{1651CD8B-7221-428F-9902-E86308DA4ADA}" srcOrd="0" destOrd="0" presId="urn:microsoft.com/office/officeart/2008/layout/HalfCircleOrganizationChart"/>
    <dgm:cxn modelId="{F6052F42-7CBB-438F-B2F7-EAD08DBA4F5A}" type="presParOf" srcId="{BF0A23B4-4DD9-4038-8549-ED0A807D56C0}" destId="{97827596-D12E-49B9-9C88-40507293E21B}" srcOrd="1" destOrd="0" presId="urn:microsoft.com/office/officeart/2008/layout/HalfCircleOrganizationChart"/>
    <dgm:cxn modelId="{4E0E7311-8799-4C26-91C8-F56E99BE4744}" type="presParOf" srcId="{97827596-D12E-49B9-9C88-40507293E21B}" destId="{AAEC93EC-4936-4BC0-8A8E-AD9C7DEA2C72}" srcOrd="0" destOrd="0" presId="urn:microsoft.com/office/officeart/2008/layout/HalfCircleOrganizationChart"/>
    <dgm:cxn modelId="{98E70912-E27E-492D-BE85-A4C5B2371149}" type="presParOf" srcId="{AAEC93EC-4936-4BC0-8A8E-AD9C7DEA2C72}" destId="{C5031C13-0A21-405F-814D-E72BAC18E8A5}" srcOrd="0" destOrd="0" presId="urn:microsoft.com/office/officeart/2008/layout/HalfCircleOrganizationChart"/>
    <dgm:cxn modelId="{0A88CBF8-2175-4784-B17B-7E49EE6F1FE6}" type="presParOf" srcId="{AAEC93EC-4936-4BC0-8A8E-AD9C7DEA2C72}" destId="{D1EF8209-F02F-4712-BC11-98B30C22207B}" srcOrd="1" destOrd="0" presId="urn:microsoft.com/office/officeart/2008/layout/HalfCircleOrganizationChart"/>
    <dgm:cxn modelId="{7C74D083-8316-472B-8D99-AFAFBFBEB0AF}" type="presParOf" srcId="{AAEC93EC-4936-4BC0-8A8E-AD9C7DEA2C72}" destId="{566133B6-03E1-4441-831C-28E4D96205E8}" srcOrd="2" destOrd="0" presId="urn:microsoft.com/office/officeart/2008/layout/HalfCircleOrganizationChart"/>
    <dgm:cxn modelId="{96DAB8CD-D0F4-4D12-A87E-6938DEE9F578}" type="presParOf" srcId="{AAEC93EC-4936-4BC0-8A8E-AD9C7DEA2C72}" destId="{FD2F8079-24E3-4AC6-AAD5-CA1626996D51}" srcOrd="3" destOrd="0" presId="urn:microsoft.com/office/officeart/2008/layout/HalfCircleOrganizationChart"/>
    <dgm:cxn modelId="{17CDAD33-F6C9-4FC8-B561-6DFF86865151}" type="presParOf" srcId="{97827596-D12E-49B9-9C88-40507293E21B}" destId="{758865A9-C1A2-4BB9-9E27-CA52C32A990F}" srcOrd="1" destOrd="0" presId="urn:microsoft.com/office/officeart/2008/layout/HalfCircleOrganizationChart"/>
    <dgm:cxn modelId="{4D8FF8C3-261A-42B7-9277-D3A933F69287}" type="presParOf" srcId="{97827596-D12E-49B9-9C88-40507293E21B}" destId="{1F1E75B5-942A-4518-874D-7CB89BBE54B8}" srcOrd="2" destOrd="0" presId="urn:microsoft.com/office/officeart/2008/layout/HalfCircleOrganizationChart"/>
    <dgm:cxn modelId="{D80DEDD6-E7A9-4013-AC64-F029786DD3D8}" type="presParOf" srcId="{1271F41E-7D07-4BB0-8C24-0CDAFEBFEF94}" destId="{246FE8C1-7135-43C0-A54A-2D410E0C37AE}" srcOrd="2" destOrd="0" presId="urn:microsoft.com/office/officeart/2008/layout/HalfCircleOrganizationChart"/>
    <dgm:cxn modelId="{21C81820-1E07-4813-A062-A8104E05EEBB}" type="presParOf" srcId="{6A9F7D2B-4920-45B1-B587-B268258B8D53}" destId="{35C47E02-3FF7-4663-BBF8-6D8D23EAB316}" srcOrd="3" destOrd="0" presId="urn:microsoft.com/office/officeart/2008/layout/HalfCircleOrganizationChart"/>
    <dgm:cxn modelId="{72D26203-A7D8-44A9-9A3F-612D8449EFBF}" type="presParOf" srcId="{35C47E02-3FF7-4663-BBF8-6D8D23EAB316}" destId="{548D399E-D5DB-4531-A1D5-C708551B817E}" srcOrd="0" destOrd="0" presId="urn:microsoft.com/office/officeart/2008/layout/HalfCircleOrganizationChart"/>
    <dgm:cxn modelId="{D45BAE38-5539-4649-8CA1-ADBDDE045E9A}" type="presParOf" srcId="{548D399E-D5DB-4531-A1D5-C708551B817E}" destId="{E4160185-82E9-409D-AE3F-D5874C3D05B5}" srcOrd="0" destOrd="0" presId="urn:microsoft.com/office/officeart/2008/layout/HalfCircleOrganizationChart"/>
    <dgm:cxn modelId="{5DAD5350-F73C-4EA6-9A1A-18D71666544E}" type="presParOf" srcId="{548D399E-D5DB-4531-A1D5-C708551B817E}" destId="{1D7E5834-2AD8-4B55-99B4-6AE5C433C691}" srcOrd="1" destOrd="0" presId="urn:microsoft.com/office/officeart/2008/layout/HalfCircleOrganizationChart"/>
    <dgm:cxn modelId="{ACF1EC15-4654-4C29-85BC-D917CC1C5351}" type="presParOf" srcId="{548D399E-D5DB-4531-A1D5-C708551B817E}" destId="{648DC43C-D777-49D9-9101-BC4B0BE4E71A}" srcOrd="2" destOrd="0" presId="urn:microsoft.com/office/officeart/2008/layout/HalfCircleOrganizationChart"/>
    <dgm:cxn modelId="{5FABF344-6757-485F-B7C3-591909AE1C09}" type="presParOf" srcId="{548D399E-D5DB-4531-A1D5-C708551B817E}" destId="{21F64B40-16EF-4BE1-A20F-B6DE27D12D09}" srcOrd="3" destOrd="0" presId="urn:microsoft.com/office/officeart/2008/layout/HalfCircleOrganizationChart"/>
    <dgm:cxn modelId="{181D9FD3-ED4D-4801-B29E-C6DE6E97D41C}" type="presParOf" srcId="{35C47E02-3FF7-4663-BBF8-6D8D23EAB316}" destId="{081C03F9-38A2-4198-B6E2-DA18DB8195E9}" srcOrd="1" destOrd="0" presId="urn:microsoft.com/office/officeart/2008/layout/HalfCircleOrganizationChart"/>
    <dgm:cxn modelId="{ADBD2D3F-00F9-43EA-9E62-9E6C935B7648}" type="presParOf" srcId="{081C03F9-38A2-4198-B6E2-DA18DB8195E9}" destId="{9EE4C329-10E6-45E9-BD9E-411CE1942CC8}" srcOrd="0" destOrd="0" presId="urn:microsoft.com/office/officeart/2008/layout/HalfCircleOrganizationChart"/>
    <dgm:cxn modelId="{52D85FC3-D726-499F-B445-25C0963BA823}" type="presParOf" srcId="{081C03F9-38A2-4198-B6E2-DA18DB8195E9}" destId="{E018D7B5-3C0A-410B-B186-590314B9B29D}" srcOrd="1" destOrd="0" presId="urn:microsoft.com/office/officeart/2008/layout/HalfCircleOrganizationChart"/>
    <dgm:cxn modelId="{6AD0AB28-C275-42EC-80E6-C7E3422CE63F}" type="presParOf" srcId="{E018D7B5-3C0A-410B-B186-590314B9B29D}" destId="{D4DB857B-1F11-454E-9570-AB68E3C5692C}" srcOrd="0" destOrd="0" presId="urn:microsoft.com/office/officeart/2008/layout/HalfCircleOrganizationChart"/>
    <dgm:cxn modelId="{A29EE165-67D8-45F4-89FE-DB28F478606F}" type="presParOf" srcId="{D4DB857B-1F11-454E-9570-AB68E3C5692C}" destId="{244DDAC1-25B8-407C-A58E-E2C1197FEF68}" srcOrd="0" destOrd="0" presId="urn:microsoft.com/office/officeart/2008/layout/HalfCircleOrganizationChart"/>
    <dgm:cxn modelId="{A2A97011-9BA0-4FEC-A07A-65082BB50915}" type="presParOf" srcId="{D4DB857B-1F11-454E-9570-AB68E3C5692C}" destId="{A5567F86-35C8-475A-8856-42440235C09F}" srcOrd="1" destOrd="0" presId="urn:microsoft.com/office/officeart/2008/layout/HalfCircleOrganizationChart"/>
    <dgm:cxn modelId="{67CAFA50-883B-4014-8661-5CE47AAFD3CA}" type="presParOf" srcId="{D4DB857B-1F11-454E-9570-AB68E3C5692C}" destId="{22A7B336-4E3D-4BAD-A0E6-01F9405C2760}" srcOrd="2" destOrd="0" presId="urn:microsoft.com/office/officeart/2008/layout/HalfCircleOrganizationChart"/>
    <dgm:cxn modelId="{A3616D74-8066-4CD7-AC68-6ED95172FEB5}" type="presParOf" srcId="{D4DB857B-1F11-454E-9570-AB68E3C5692C}" destId="{A0927E71-6C87-4009-947D-111BD41EC516}" srcOrd="3" destOrd="0" presId="urn:microsoft.com/office/officeart/2008/layout/HalfCircleOrganizationChart"/>
    <dgm:cxn modelId="{8D35818E-E415-47F7-B946-4FC53BEE1EE3}" type="presParOf" srcId="{E018D7B5-3C0A-410B-B186-590314B9B29D}" destId="{01BC1577-D2E9-4055-AF1D-32CB9B3E05EB}" srcOrd="1" destOrd="0" presId="urn:microsoft.com/office/officeart/2008/layout/HalfCircleOrganizationChart"/>
    <dgm:cxn modelId="{D323159B-6311-4648-A062-ACEBFE3A7406}" type="presParOf" srcId="{E018D7B5-3C0A-410B-B186-590314B9B29D}" destId="{92EF5FC3-5AD4-4C5F-8BC5-11557A81E387}" srcOrd="2" destOrd="0" presId="urn:microsoft.com/office/officeart/2008/layout/HalfCircleOrganizationChart"/>
    <dgm:cxn modelId="{6B50CCAA-0416-464E-9D5F-F579DCBC7765}" type="presParOf" srcId="{35C47E02-3FF7-4663-BBF8-6D8D23EAB316}" destId="{31CB1CA7-319A-4819-AFF1-96C9582F6C13}" srcOrd="2" destOrd="0" presId="urn:microsoft.com/office/officeart/2008/layout/HalfCircleOrganizationChart"/>
    <dgm:cxn modelId="{57C02EF1-8DA5-4AD0-AAA0-ECE54B0877B7}" type="presParOf" srcId="{6A9F7D2B-4920-45B1-B587-B268258B8D53}" destId="{32EA1B3E-CC41-415C-90BF-FA376F392D0A}" srcOrd="4" destOrd="0" presId="urn:microsoft.com/office/officeart/2008/layout/HalfCircleOrganizationChart"/>
    <dgm:cxn modelId="{B88AC4E3-CD1C-4ADF-A895-96EC7FAC5A73}" type="presParOf" srcId="{32EA1B3E-CC41-415C-90BF-FA376F392D0A}" destId="{BC02B464-ED13-4E59-99B5-D4D0BE053FF3}" srcOrd="0" destOrd="0" presId="urn:microsoft.com/office/officeart/2008/layout/HalfCircleOrganizationChart"/>
    <dgm:cxn modelId="{47392439-3554-45BA-8BB7-E3882454E781}" type="presParOf" srcId="{BC02B464-ED13-4E59-99B5-D4D0BE053FF3}" destId="{EF4FE588-95B5-424F-A33E-BEE169C89464}" srcOrd="0" destOrd="0" presId="urn:microsoft.com/office/officeart/2008/layout/HalfCircleOrganizationChart"/>
    <dgm:cxn modelId="{A81D5DF6-C0AF-427C-B9F8-6CCE08832BCD}" type="presParOf" srcId="{BC02B464-ED13-4E59-99B5-D4D0BE053FF3}" destId="{B4413BE7-ABF9-4C39-99D0-A8E824115AE0}" srcOrd="1" destOrd="0" presId="urn:microsoft.com/office/officeart/2008/layout/HalfCircleOrganizationChart"/>
    <dgm:cxn modelId="{61B9BF37-9B4C-4E50-8A38-D410A0CBD1AD}" type="presParOf" srcId="{BC02B464-ED13-4E59-99B5-D4D0BE053FF3}" destId="{769AF207-5C86-4432-A9C0-FAAF14259D0E}" srcOrd="2" destOrd="0" presId="urn:microsoft.com/office/officeart/2008/layout/HalfCircleOrganizationChart"/>
    <dgm:cxn modelId="{D6826B77-9D19-40F4-825D-51FE397AE70D}" type="presParOf" srcId="{BC02B464-ED13-4E59-99B5-D4D0BE053FF3}" destId="{704A7144-F117-489C-AD33-E7C4B4D180BE}" srcOrd="3" destOrd="0" presId="urn:microsoft.com/office/officeart/2008/layout/HalfCircleOrganizationChart"/>
    <dgm:cxn modelId="{B3F19974-1F59-43C4-8F1F-1149FDF111B4}" type="presParOf" srcId="{32EA1B3E-CC41-415C-90BF-FA376F392D0A}" destId="{1F5E09C2-935F-423A-8D76-6B87A60B5BF7}" srcOrd="1" destOrd="0" presId="urn:microsoft.com/office/officeart/2008/layout/HalfCircleOrganizationChart"/>
    <dgm:cxn modelId="{495D784F-C47F-4C61-BA49-7CFC5752A2F7}" type="presParOf" srcId="{1F5E09C2-935F-423A-8D76-6B87A60B5BF7}" destId="{F44C84D5-8A3C-42F5-8CA9-2D0683438C3A}" srcOrd="0" destOrd="0" presId="urn:microsoft.com/office/officeart/2008/layout/HalfCircleOrganizationChart"/>
    <dgm:cxn modelId="{30B8E1A6-A96C-49B1-A056-5E397D2B75B2}" type="presParOf" srcId="{1F5E09C2-935F-423A-8D76-6B87A60B5BF7}" destId="{F06E1239-9779-4630-ABD6-A53F34C58A63}" srcOrd="1" destOrd="0" presId="urn:microsoft.com/office/officeart/2008/layout/HalfCircleOrganizationChart"/>
    <dgm:cxn modelId="{FA76B5FA-C215-4862-81B3-63D4E30D235D}" type="presParOf" srcId="{F06E1239-9779-4630-ABD6-A53F34C58A63}" destId="{756F6B39-7227-4375-BF98-E4EABED7C603}" srcOrd="0" destOrd="0" presId="urn:microsoft.com/office/officeart/2008/layout/HalfCircleOrganizationChart"/>
    <dgm:cxn modelId="{35665500-6E39-45B2-B52A-E88A640B382B}" type="presParOf" srcId="{756F6B39-7227-4375-BF98-E4EABED7C603}" destId="{FC200F1F-45D1-4C00-AB00-724DD92B1F26}" srcOrd="0" destOrd="0" presId="urn:microsoft.com/office/officeart/2008/layout/HalfCircleOrganizationChart"/>
    <dgm:cxn modelId="{FBD0EE9E-5C0B-4683-AAD3-4C99637040E6}" type="presParOf" srcId="{756F6B39-7227-4375-BF98-E4EABED7C603}" destId="{8DAA36F9-A9E1-4019-A47D-AEE6C1EE041B}" srcOrd="1" destOrd="0" presId="urn:microsoft.com/office/officeart/2008/layout/HalfCircleOrganizationChart"/>
    <dgm:cxn modelId="{2D7E7F84-A582-46CA-86E7-C3AD7A314F86}" type="presParOf" srcId="{756F6B39-7227-4375-BF98-E4EABED7C603}" destId="{BFC7E528-375C-4BF9-A199-604F255616DA}" srcOrd="2" destOrd="0" presId="urn:microsoft.com/office/officeart/2008/layout/HalfCircleOrganizationChart"/>
    <dgm:cxn modelId="{9A3D4303-DE60-4523-98A5-B11C028DD718}" type="presParOf" srcId="{756F6B39-7227-4375-BF98-E4EABED7C603}" destId="{227D2533-31CB-4959-9D38-283233CE486A}" srcOrd="3" destOrd="0" presId="urn:microsoft.com/office/officeart/2008/layout/HalfCircleOrganizationChart"/>
    <dgm:cxn modelId="{36F595BA-7CD1-485C-BC14-21FFA21AE821}" type="presParOf" srcId="{F06E1239-9779-4630-ABD6-A53F34C58A63}" destId="{25C6F703-BE6D-4CE1-AF6A-0F4BE0BB8E78}" srcOrd="1" destOrd="0" presId="urn:microsoft.com/office/officeart/2008/layout/HalfCircleOrganizationChart"/>
    <dgm:cxn modelId="{66D26502-DAA3-4CEA-81E1-9F9216A2A2E2}" type="presParOf" srcId="{F06E1239-9779-4630-ABD6-A53F34C58A63}" destId="{B2CADCDF-6799-47A9-AB07-55ADD68142D1}" srcOrd="2" destOrd="0" presId="urn:microsoft.com/office/officeart/2008/layout/HalfCircleOrganizationChart"/>
    <dgm:cxn modelId="{5ABC8F9F-A11E-4A83-8E30-194BDA5D5021}" type="presParOf" srcId="{1F5E09C2-935F-423A-8D76-6B87A60B5BF7}" destId="{26111995-6078-45D0-8A40-BA41E1C667FB}" srcOrd="2" destOrd="0" presId="urn:microsoft.com/office/officeart/2008/layout/HalfCircleOrganizationChart"/>
    <dgm:cxn modelId="{B43EDC8B-30DE-4C56-B763-0E96ECFD263A}" type="presParOf" srcId="{1F5E09C2-935F-423A-8D76-6B87A60B5BF7}" destId="{FA8D029A-1E31-492D-93CD-96C4E7C49003}" srcOrd="3" destOrd="0" presId="urn:microsoft.com/office/officeart/2008/layout/HalfCircleOrganizationChart"/>
    <dgm:cxn modelId="{071D9CAE-1333-4F62-ABB9-A33FEAAA844E}" type="presParOf" srcId="{FA8D029A-1E31-492D-93CD-96C4E7C49003}" destId="{00B28A6C-F26D-4A85-AC1C-590A57FD1A2E}" srcOrd="0" destOrd="0" presId="urn:microsoft.com/office/officeart/2008/layout/HalfCircleOrganizationChart"/>
    <dgm:cxn modelId="{A4353BA3-25A9-47CF-9442-B6F1C88DE072}" type="presParOf" srcId="{00B28A6C-F26D-4A85-AC1C-590A57FD1A2E}" destId="{16EE385F-12DD-43F4-B5AB-A6F4A12D11DD}" srcOrd="0" destOrd="0" presId="urn:microsoft.com/office/officeart/2008/layout/HalfCircleOrganizationChart"/>
    <dgm:cxn modelId="{C399F632-8DCF-4388-9A43-1DDEBF2E6995}" type="presParOf" srcId="{00B28A6C-F26D-4A85-AC1C-590A57FD1A2E}" destId="{AF8A06A3-A906-4045-AB34-798A5A164736}" srcOrd="1" destOrd="0" presId="urn:microsoft.com/office/officeart/2008/layout/HalfCircleOrganizationChart"/>
    <dgm:cxn modelId="{E82477E3-F962-4318-8A2A-6CB50432C9CD}" type="presParOf" srcId="{00B28A6C-F26D-4A85-AC1C-590A57FD1A2E}" destId="{DCC4D22F-630E-4D4B-8E5F-7AB785E3AA1C}" srcOrd="2" destOrd="0" presId="urn:microsoft.com/office/officeart/2008/layout/HalfCircleOrganizationChart"/>
    <dgm:cxn modelId="{C2CA8876-3D25-4F95-A015-C87D19A6E89A}" type="presParOf" srcId="{00B28A6C-F26D-4A85-AC1C-590A57FD1A2E}" destId="{D0D0BDDF-6386-4405-9827-7CDB727F5711}" srcOrd="3" destOrd="0" presId="urn:microsoft.com/office/officeart/2008/layout/HalfCircleOrganizationChart"/>
    <dgm:cxn modelId="{ADA0FFD3-565E-4996-B8D2-8FF2E06225EA}" type="presParOf" srcId="{FA8D029A-1E31-492D-93CD-96C4E7C49003}" destId="{B5150461-AAE9-4128-9E88-08E13255D4DD}" srcOrd="1" destOrd="0" presId="urn:microsoft.com/office/officeart/2008/layout/HalfCircleOrganizationChart"/>
    <dgm:cxn modelId="{C670B521-26A3-4813-B7D1-1D3000801777}" type="presParOf" srcId="{FA8D029A-1E31-492D-93CD-96C4E7C49003}" destId="{4F8B5F98-04D7-4835-BFC5-535E9BE9EF91}" srcOrd="2" destOrd="0" presId="urn:microsoft.com/office/officeart/2008/layout/HalfCircleOrganizationChart"/>
    <dgm:cxn modelId="{9338FE81-2FE3-4606-8FFE-26D23EA3CBFF}" type="presParOf" srcId="{1F5E09C2-935F-423A-8D76-6B87A60B5BF7}" destId="{F3C26F94-DDA8-4F03-AC91-F28172D8F6D2}" srcOrd="4" destOrd="0" presId="urn:microsoft.com/office/officeart/2008/layout/HalfCircleOrganizationChart"/>
    <dgm:cxn modelId="{E88C7F11-0B83-4EBE-BFAE-08851F08069B}" type="presParOf" srcId="{1F5E09C2-935F-423A-8D76-6B87A60B5BF7}" destId="{7D0F0333-7AD7-4867-B844-DB0294EFA7A9}" srcOrd="5" destOrd="0" presId="urn:microsoft.com/office/officeart/2008/layout/HalfCircleOrganizationChart"/>
    <dgm:cxn modelId="{23BAE10E-8998-431B-9EED-A81104912DF3}" type="presParOf" srcId="{7D0F0333-7AD7-4867-B844-DB0294EFA7A9}" destId="{6B302DE1-738B-40C5-969B-A748136AB3F1}" srcOrd="0" destOrd="0" presId="urn:microsoft.com/office/officeart/2008/layout/HalfCircleOrganizationChart"/>
    <dgm:cxn modelId="{7FBD19C2-25DC-4254-9E77-AFD92AB7B9E5}" type="presParOf" srcId="{6B302DE1-738B-40C5-969B-A748136AB3F1}" destId="{BBED7EC7-3CC9-450D-9D5C-C4BCAA13B1CA}" srcOrd="0" destOrd="0" presId="urn:microsoft.com/office/officeart/2008/layout/HalfCircleOrganizationChart"/>
    <dgm:cxn modelId="{7B49137F-EF30-4272-936B-CC2587031A99}" type="presParOf" srcId="{6B302DE1-738B-40C5-969B-A748136AB3F1}" destId="{EA3F336D-BB44-4477-A226-1AB1F58B80B9}" srcOrd="1" destOrd="0" presId="urn:microsoft.com/office/officeart/2008/layout/HalfCircleOrganizationChart"/>
    <dgm:cxn modelId="{98100EDD-0492-4574-AAA0-15D9B80BA2B2}" type="presParOf" srcId="{6B302DE1-738B-40C5-969B-A748136AB3F1}" destId="{614E908C-6EAE-446F-9859-6B655649EA7E}" srcOrd="2" destOrd="0" presId="urn:microsoft.com/office/officeart/2008/layout/HalfCircleOrganizationChart"/>
    <dgm:cxn modelId="{5E18EC8D-2FAD-49A7-948A-088147437DDF}" type="presParOf" srcId="{6B302DE1-738B-40C5-969B-A748136AB3F1}" destId="{CEEB31EC-83C0-4016-8B27-FDD52476AFDC}" srcOrd="3" destOrd="0" presId="urn:microsoft.com/office/officeart/2008/layout/HalfCircleOrganizationChart"/>
    <dgm:cxn modelId="{6DED1817-8AD9-4872-88F2-DC27C09F9865}" type="presParOf" srcId="{7D0F0333-7AD7-4867-B844-DB0294EFA7A9}" destId="{E902A74E-0105-4354-95FC-299FA5835593}" srcOrd="1" destOrd="0" presId="urn:microsoft.com/office/officeart/2008/layout/HalfCircleOrganizationChart"/>
    <dgm:cxn modelId="{7A017DCB-D37B-4552-8F6C-790A3511B94F}" type="presParOf" srcId="{7D0F0333-7AD7-4867-B844-DB0294EFA7A9}" destId="{12900B65-75F1-4079-84DD-028CF4A485C5}" srcOrd="2" destOrd="0" presId="urn:microsoft.com/office/officeart/2008/layout/HalfCircleOrganizationChart"/>
    <dgm:cxn modelId="{9554B366-73A8-4FF4-9313-11FE8DCB54F1}" type="presParOf" srcId="{1F5E09C2-935F-423A-8D76-6B87A60B5BF7}" destId="{4386D042-3C19-4610-AD13-EA6ADCF1B4C6}" srcOrd="6" destOrd="0" presId="urn:microsoft.com/office/officeart/2008/layout/HalfCircleOrganizationChart"/>
    <dgm:cxn modelId="{B81C3BEE-457C-4311-BA70-12EE74E96BDA}" type="presParOf" srcId="{1F5E09C2-935F-423A-8D76-6B87A60B5BF7}" destId="{3797F8C5-D3C4-4FF5-A509-0A4D97C771F0}" srcOrd="7" destOrd="0" presId="urn:microsoft.com/office/officeart/2008/layout/HalfCircleOrganizationChart"/>
    <dgm:cxn modelId="{BB234DE8-E998-41CB-9B68-94EC869B3AA8}" type="presParOf" srcId="{3797F8C5-D3C4-4FF5-A509-0A4D97C771F0}" destId="{4C90BA78-29B1-4D0F-B88C-FF374B5145F3}" srcOrd="0" destOrd="0" presId="urn:microsoft.com/office/officeart/2008/layout/HalfCircleOrganizationChart"/>
    <dgm:cxn modelId="{CAED5A34-6953-4CC6-AE8F-4BD62D556E5E}" type="presParOf" srcId="{4C90BA78-29B1-4D0F-B88C-FF374B5145F3}" destId="{C4BD8AAF-4C57-4B10-9930-5CEDAE875849}" srcOrd="0" destOrd="0" presId="urn:microsoft.com/office/officeart/2008/layout/HalfCircleOrganizationChart"/>
    <dgm:cxn modelId="{45D03ECA-AED7-4F04-943E-4E1D11B4BBDE}" type="presParOf" srcId="{4C90BA78-29B1-4D0F-B88C-FF374B5145F3}" destId="{39D20516-BFF5-4806-9770-BBBA5BFC6880}" srcOrd="1" destOrd="0" presId="urn:microsoft.com/office/officeart/2008/layout/HalfCircleOrganizationChart"/>
    <dgm:cxn modelId="{F32F200C-A9CC-470D-9258-C1FC0C11FE6E}" type="presParOf" srcId="{4C90BA78-29B1-4D0F-B88C-FF374B5145F3}" destId="{9551F5EE-1D44-4EC9-999D-2DAF70E0AC95}" srcOrd="2" destOrd="0" presId="urn:microsoft.com/office/officeart/2008/layout/HalfCircleOrganizationChart"/>
    <dgm:cxn modelId="{2D8EAF62-C75F-4DF7-8703-70AFF88D26DF}" type="presParOf" srcId="{4C90BA78-29B1-4D0F-B88C-FF374B5145F3}" destId="{B6F10F4D-C635-4DE0-B8D0-CDB234688477}" srcOrd="3" destOrd="0" presId="urn:microsoft.com/office/officeart/2008/layout/HalfCircleOrganizationChart"/>
    <dgm:cxn modelId="{60D78B48-E60A-4B11-867D-5BD9325FD10A}" type="presParOf" srcId="{3797F8C5-D3C4-4FF5-A509-0A4D97C771F0}" destId="{AAEA863F-6566-4B7F-A383-DC62A396515B}" srcOrd="1" destOrd="0" presId="urn:microsoft.com/office/officeart/2008/layout/HalfCircleOrganizationChart"/>
    <dgm:cxn modelId="{3FFE6899-3AC1-4EDE-9E0B-3F839957FCC5}" type="presParOf" srcId="{3797F8C5-D3C4-4FF5-A509-0A4D97C771F0}" destId="{6DDB37D6-79E7-4C01-B8D9-AC1DD381D5DF}" srcOrd="2" destOrd="0" presId="urn:microsoft.com/office/officeart/2008/layout/HalfCircleOrganizationChart"/>
    <dgm:cxn modelId="{D275C537-B6F4-4752-979B-23FCE450DA9C}" type="presParOf" srcId="{1F5E09C2-935F-423A-8D76-6B87A60B5BF7}" destId="{C3828985-101C-4A91-A9F6-87F521919E9B}" srcOrd="8" destOrd="0" presId="urn:microsoft.com/office/officeart/2008/layout/HalfCircleOrganizationChart"/>
    <dgm:cxn modelId="{A7A13A73-0D22-4B18-8838-571DA334BB85}" type="presParOf" srcId="{1F5E09C2-935F-423A-8D76-6B87A60B5BF7}" destId="{B187633C-44EC-4686-B5B9-487D5F359BA6}" srcOrd="9" destOrd="0" presId="urn:microsoft.com/office/officeart/2008/layout/HalfCircleOrganizationChart"/>
    <dgm:cxn modelId="{E5FA20B0-3117-45F2-8D75-BEC17DF05CF0}" type="presParOf" srcId="{B187633C-44EC-4686-B5B9-487D5F359BA6}" destId="{235DC7A5-9880-4605-920D-3CA871B629CD}" srcOrd="0" destOrd="0" presId="urn:microsoft.com/office/officeart/2008/layout/HalfCircleOrganizationChart"/>
    <dgm:cxn modelId="{28E71A5E-F6E6-4FC3-AA07-D89B2861F80F}" type="presParOf" srcId="{235DC7A5-9880-4605-920D-3CA871B629CD}" destId="{36AEBD0D-2DF0-4528-BD01-BA43BE5EC139}" srcOrd="0" destOrd="0" presId="urn:microsoft.com/office/officeart/2008/layout/HalfCircleOrganizationChart"/>
    <dgm:cxn modelId="{0FC8DC7D-D119-4E24-A90A-72CEF48D5409}" type="presParOf" srcId="{235DC7A5-9880-4605-920D-3CA871B629CD}" destId="{C4D679AC-5D4C-4728-91E7-74FD1F509D10}" srcOrd="1" destOrd="0" presId="urn:microsoft.com/office/officeart/2008/layout/HalfCircleOrganizationChart"/>
    <dgm:cxn modelId="{0B89C7E9-79F2-4EBF-A6A0-060A071B2C51}" type="presParOf" srcId="{235DC7A5-9880-4605-920D-3CA871B629CD}" destId="{2D2F2D56-A5BC-4D63-86F6-66B46C369232}" srcOrd="2" destOrd="0" presId="urn:microsoft.com/office/officeart/2008/layout/HalfCircleOrganizationChart"/>
    <dgm:cxn modelId="{CE97A87F-6F4F-4622-B899-13A757F0070D}" type="presParOf" srcId="{235DC7A5-9880-4605-920D-3CA871B629CD}" destId="{F90F348E-D94E-450F-A95E-4A3386092DCC}" srcOrd="3" destOrd="0" presId="urn:microsoft.com/office/officeart/2008/layout/HalfCircleOrganizationChart"/>
    <dgm:cxn modelId="{6F7AA4EE-7093-40A4-BE67-3A00A7A73C8B}" type="presParOf" srcId="{B187633C-44EC-4686-B5B9-487D5F359BA6}" destId="{F5CEEAF4-079A-4AFA-85DB-BE6CE4AA88D0}" srcOrd="1" destOrd="0" presId="urn:microsoft.com/office/officeart/2008/layout/HalfCircleOrganizationChart"/>
    <dgm:cxn modelId="{C734046A-C35D-43F2-AA98-13C7DA8420F7}" type="presParOf" srcId="{B187633C-44EC-4686-B5B9-487D5F359BA6}" destId="{1221BD88-6501-42FD-B7B0-24DC37AA0354}" srcOrd="2" destOrd="0" presId="urn:microsoft.com/office/officeart/2008/layout/HalfCircleOrganizationChart"/>
    <dgm:cxn modelId="{39A6300B-582C-4A57-B2C5-5AF120166D46}" type="presParOf" srcId="{32EA1B3E-CC41-415C-90BF-FA376F392D0A}" destId="{2E964818-7E5B-4C3E-B79A-C2A18BBE1ABB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28985-101C-4A91-A9F6-87F521919E9B}">
      <dsp:nvSpPr>
        <dsp:cNvPr id="0" name=""/>
        <dsp:cNvSpPr/>
      </dsp:nvSpPr>
      <dsp:spPr>
        <a:xfrm>
          <a:off x="10099513" y="1683114"/>
          <a:ext cx="1467172" cy="1192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623"/>
              </a:lnTo>
              <a:lnTo>
                <a:pt x="1467172" y="59623"/>
              </a:lnTo>
              <a:lnTo>
                <a:pt x="1467172" y="119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6D042-3C19-4610-AD13-EA6ADCF1B4C6}">
      <dsp:nvSpPr>
        <dsp:cNvPr id="0" name=""/>
        <dsp:cNvSpPr/>
      </dsp:nvSpPr>
      <dsp:spPr>
        <a:xfrm>
          <a:off x="10099513" y="1683114"/>
          <a:ext cx="687086" cy="1284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820"/>
              </a:lnTo>
              <a:lnTo>
                <a:pt x="687086" y="68820"/>
              </a:lnTo>
              <a:lnTo>
                <a:pt x="687086" y="1284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26F94-DDA8-4F03-AC91-F28172D8F6D2}">
      <dsp:nvSpPr>
        <dsp:cNvPr id="0" name=""/>
        <dsp:cNvSpPr/>
      </dsp:nvSpPr>
      <dsp:spPr>
        <a:xfrm>
          <a:off x="10006513" y="1683114"/>
          <a:ext cx="93000" cy="119246"/>
        </a:xfrm>
        <a:custGeom>
          <a:avLst/>
          <a:gdLst/>
          <a:ahLst/>
          <a:cxnLst/>
          <a:rect l="0" t="0" r="0" b="0"/>
          <a:pathLst>
            <a:path>
              <a:moveTo>
                <a:pt x="93000" y="0"/>
              </a:moveTo>
              <a:lnTo>
                <a:pt x="93000" y="59623"/>
              </a:lnTo>
              <a:lnTo>
                <a:pt x="0" y="59623"/>
              </a:lnTo>
              <a:lnTo>
                <a:pt x="0" y="119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111995-6078-45D0-8A40-BA41E1C667FB}">
      <dsp:nvSpPr>
        <dsp:cNvPr id="0" name=""/>
        <dsp:cNvSpPr/>
      </dsp:nvSpPr>
      <dsp:spPr>
        <a:xfrm>
          <a:off x="9319427" y="1683114"/>
          <a:ext cx="780086" cy="119246"/>
        </a:xfrm>
        <a:custGeom>
          <a:avLst/>
          <a:gdLst/>
          <a:ahLst/>
          <a:cxnLst/>
          <a:rect l="0" t="0" r="0" b="0"/>
          <a:pathLst>
            <a:path>
              <a:moveTo>
                <a:pt x="780086" y="0"/>
              </a:moveTo>
              <a:lnTo>
                <a:pt x="780086" y="59623"/>
              </a:lnTo>
              <a:lnTo>
                <a:pt x="0" y="59623"/>
              </a:lnTo>
              <a:lnTo>
                <a:pt x="0" y="119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C84D5-8A3C-42F5-8CA9-2D0683438C3A}">
      <dsp:nvSpPr>
        <dsp:cNvPr id="0" name=""/>
        <dsp:cNvSpPr/>
      </dsp:nvSpPr>
      <dsp:spPr>
        <a:xfrm>
          <a:off x="8632340" y="1683114"/>
          <a:ext cx="1467172" cy="119246"/>
        </a:xfrm>
        <a:custGeom>
          <a:avLst/>
          <a:gdLst/>
          <a:ahLst/>
          <a:cxnLst/>
          <a:rect l="0" t="0" r="0" b="0"/>
          <a:pathLst>
            <a:path>
              <a:moveTo>
                <a:pt x="1467172" y="0"/>
              </a:moveTo>
              <a:lnTo>
                <a:pt x="1467172" y="59623"/>
              </a:lnTo>
              <a:lnTo>
                <a:pt x="0" y="59623"/>
              </a:lnTo>
              <a:lnTo>
                <a:pt x="0" y="119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E4C329-10E6-45E9-BD9E-411CE1942CC8}">
      <dsp:nvSpPr>
        <dsp:cNvPr id="0" name=""/>
        <dsp:cNvSpPr/>
      </dsp:nvSpPr>
      <dsp:spPr>
        <a:xfrm>
          <a:off x="6916729" y="1576681"/>
          <a:ext cx="91440" cy="707648"/>
        </a:xfrm>
        <a:custGeom>
          <a:avLst/>
          <a:gdLst/>
          <a:ahLst/>
          <a:cxnLst/>
          <a:rect l="0" t="0" r="0" b="0"/>
          <a:pathLst>
            <a:path>
              <a:moveTo>
                <a:pt x="90073" y="0"/>
              </a:moveTo>
              <a:lnTo>
                <a:pt x="90073" y="648025"/>
              </a:lnTo>
              <a:lnTo>
                <a:pt x="45720" y="648025"/>
              </a:lnTo>
              <a:lnTo>
                <a:pt x="45720" y="7076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51CD8B-7221-428F-9902-E86308DA4ADA}">
      <dsp:nvSpPr>
        <dsp:cNvPr id="0" name=""/>
        <dsp:cNvSpPr/>
      </dsp:nvSpPr>
      <dsp:spPr>
        <a:xfrm>
          <a:off x="4038333" y="1446512"/>
          <a:ext cx="137928" cy="380605"/>
        </a:xfrm>
        <a:custGeom>
          <a:avLst/>
          <a:gdLst/>
          <a:ahLst/>
          <a:cxnLst/>
          <a:rect l="0" t="0" r="0" b="0"/>
          <a:pathLst>
            <a:path>
              <a:moveTo>
                <a:pt x="137928" y="0"/>
              </a:moveTo>
              <a:lnTo>
                <a:pt x="137928" y="320982"/>
              </a:lnTo>
              <a:lnTo>
                <a:pt x="0" y="320982"/>
              </a:lnTo>
              <a:lnTo>
                <a:pt x="0" y="38060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F235A-1D65-4A3E-B93A-43905F58A2D1}">
      <dsp:nvSpPr>
        <dsp:cNvPr id="0" name=""/>
        <dsp:cNvSpPr/>
      </dsp:nvSpPr>
      <dsp:spPr>
        <a:xfrm>
          <a:off x="1950171" y="1446512"/>
          <a:ext cx="270282" cy="632251"/>
        </a:xfrm>
        <a:custGeom>
          <a:avLst/>
          <a:gdLst/>
          <a:ahLst/>
          <a:cxnLst/>
          <a:rect l="0" t="0" r="0" b="0"/>
          <a:pathLst>
            <a:path>
              <a:moveTo>
                <a:pt x="270282" y="0"/>
              </a:moveTo>
              <a:lnTo>
                <a:pt x="270282" y="632251"/>
              </a:lnTo>
              <a:lnTo>
                <a:pt x="0" y="63225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4CFAE5-E302-4ACD-9138-84342BB7D5AB}">
      <dsp:nvSpPr>
        <dsp:cNvPr id="0" name=""/>
        <dsp:cNvSpPr/>
      </dsp:nvSpPr>
      <dsp:spPr>
        <a:xfrm>
          <a:off x="428331" y="1371512"/>
          <a:ext cx="91440" cy="306982"/>
        </a:xfrm>
        <a:custGeom>
          <a:avLst/>
          <a:gdLst/>
          <a:ahLst/>
          <a:cxnLst/>
          <a:rect l="0" t="0" r="0" b="0"/>
          <a:pathLst>
            <a:path>
              <a:moveTo>
                <a:pt x="130742" y="0"/>
              </a:moveTo>
              <a:lnTo>
                <a:pt x="130742" y="247359"/>
              </a:lnTo>
              <a:lnTo>
                <a:pt x="45720" y="247359"/>
              </a:lnTo>
              <a:lnTo>
                <a:pt x="45720" y="30698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6552D9-A431-465E-B7DF-C779FF6BEA35}">
      <dsp:nvSpPr>
        <dsp:cNvPr id="0" name=""/>
        <dsp:cNvSpPr/>
      </dsp:nvSpPr>
      <dsp:spPr>
        <a:xfrm>
          <a:off x="280020" y="1214712"/>
          <a:ext cx="558106" cy="156800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56D4B3-0352-4C30-ABAA-61BEC10E71F1}">
      <dsp:nvSpPr>
        <dsp:cNvPr id="0" name=""/>
        <dsp:cNvSpPr/>
      </dsp:nvSpPr>
      <dsp:spPr>
        <a:xfrm>
          <a:off x="280020" y="1214712"/>
          <a:ext cx="558106" cy="156800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ACA2DA-C88F-4094-8BED-A139712B86AB}">
      <dsp:nvSpPr>
        <dsp:cNvPr id="0" name=""/>
        <dsp:cNvSpPr/>
      </dsp:nvSpPr>
      <dsp:spPr>
        <a:xfrm>
          <a:off x="967" y="1242936"/>
          <a:ext cx="1116213" cy="10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Raw-data</a:t>
          </a:r>
          <a:endParaRPr lang="en-GB" sz="1200" b="1" kern="1200" dirty="0"/>
        </a:p>
      </dsp:txBody>
      <dsp:txXfrm>
        <a:off x="967" y="1242936"/>
        <a:ext cx="1116213" cy="100352"/>
      </dsp:txXfrm>
    </dsp:sp>
    <dsp:sp modelId="{498D0BDD-89C2-47FE-AC94-0A1BDFC7A01B}">
      <dsp:nvSpPr>
        <dsp:cNvPr id="0" name=""/>
        <dsp:cNvSpPr/>
      </dsp:nvSpPr>
      <dsp:spPr>
        <a:xfrm>
          <a:off x="254127" y="1678494"/>
          <a:ext cx="439848" cy="622982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AF9FDB-6D65-4D90-9173-3842F20478DD}">
      <dsp:nvSpPr>
        <dsp:cNvPr id="0" name=""/>
        <dsp:cNvSpPr/>
      </dsp:nvSpPr>
      <dsp:spPr>
        <a:xfrm>
          <a:off x="254127" y="1678494"/>
          <a:ext cx="439848" cy="622982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3FE24-A9F8-439A-AA7E-97DB85590F4C}">
      <dsp:nvSpPr>
        <dsp:cNvPr id="0" name=""/>
        <dsp:cNvSpPr/>
      </dsp:nvSpPr>
      <dsp:spPr>
        <a:xfrm>
          <a:off x="34203" y="1790631"/>
          <a:ext cx="879697" cy="3987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CSV / Excel files</a:t>
          </a:r>
          <a:endParaRPr lang="en-GB" sz="1200" kern="1200" dirty="0"/>
        </a:p>
      </dsp:txBody>
      <dsp:txXfrm>
        <a:off x="34203" y="1790631"/>
        <a:ext cx="879697" cy="398708"/>
      </dsp:txXfrm>
    </dsp:sp>
    <dsp:sp modelId="{95128B3C-0F5F-44CA-94BA-4639C1245424}">
      <dsp:nvSpPr>
        <dsp:cNvPr id="0" name=""/>
        <dsp:cNvSpPr/>
      </dsp:nvSpPr>
      <dsp:spPr>
        <a:xfrm>
          <a:off x="2078494" y="1162593"/>
          <a:ext cx="283919" cy="283919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2A9E3-9445-498B-BB0D-3925D144C4C7}">
      <dsp:nvSpPr>
        <dsp:cNvPr id="0" name=""/>
        <dsp:cNvSpPr/>
      </dsp:nvSpPr>
      <dsp:spPr>
        <a:xfrm>
          <a:off x="2078494" y="1162593"/>
          <a:ext cx="283919" cy="283919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879EF7-A2C7-4D3E-B094-2F91B3C31F82}">
      <dsp:nvSpPr>
        <dsp:cNvPr id="0" name=""/>
        <dsp:cNvSpPr/>
      </dsp:nvSpPr>
      <dsp:spPr>
        <a:xfrm>
          <a:off x="1936534" y="1213698"/>
          <a:ext cx="567839" cy="1817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Data</a:t>
          </a:r>
          <a:endParaRPr lang="en-GB" sz="1200" b="1" kern="1200" dirty="0"/>
        </a:p>
      </dsp:txBody>
      <dsp:txXfrm>
        <a:off x="1936534" y="1213698"/>
        <a:ext cx="567839" cy="181708"/>
      </dsp:txXfrm>
    </dsp:sp>
    <dsp:sp modelId="{29ECD0BD-4DF2-4ABB-9CB6-23A9F381561E}">
      <dsp:nvSpPr>
        <dsp:cNvPr id="0" name=""/>
        <dsp:cNvSpPr/>
      </dsp:nvSpPr>
      <dsp:spPr>
        <a:xfrm>
          <a:off x="1312205" y="1783760"/>
          <a:ext cx="724960" cy="697307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170B58-6516-42C3-A5C7-CFE7B92B0B2B}">
      <dsp:nvSpPr>
        <dsp:cNvPr id="0" name=""/>
        <dsp:cNvSpPr/>
      </dsp:nvSpPr>
      <dsp:spPr>
        <a:xfrm>
          <a:off x="1312205" y="1783760"/>
          <a:ext cx="724960" cy="697307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AA4F1B-BCA1-4E76-923E-76E191710526}">
      <dsp:nvSpPr>
        <dsp:cNvPr id="0" name=""/>
        <dsp:cNvSpPr/>
      </dsp:nvSpPr>
      <dsp:spPr>
        <a:xfrm>
          <a:off x="949725" y="1909275"/>
          <a:ext cx="1449921" cy="44627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Cleaned /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processed</a:t>
          </a:r>
          <a:endParaRPr lang="en-GB" sz="1200" kern="1200" dirty="0"/>
        </a:p>
      </dsp:txBody>
      <dsp:txXfrm>
        <a:off x="949725" y="1909275"/>
        <a:ext cx="1449921" cy="446276"/>
      </dsp:txXfrm>
    </dsp:sp>
    <dsp:sp modelId="{7E9CBF85-39B5-4E01-829D-BB0D9DD75FCC}">
      <dsp:nvSpPr>
        <dsp:cNvPr id="0" name=""/>
        <dsp:cNvSpPr/>
      </dsp:nvSpPr>
      <dsp:spPr>
        <a:xfrm>
          <a:off x="4034301" y="1162593"/>
          <a:ext cx="283919" cy="283919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3C36F-E3BE-4936-9AED-D16C82594DBA}">
      <dsp:nvSpPr>
        <dsp:cNvPr id="0" name=""/>
        <dsp:cNvSpPr/>
      </dsp:nvSpPr>
      <dsp:spPr>
        <a:xfrm>
          <a:off x="4034301" y="1162593"/>
          <a:ext cx="283919" cy="283919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E86CB1-BBDE-42D1-AEE3-584317A12504}">
      <dsp:nvSpPr>
        <dsp:cNvPr id="0" name=""/>
        <dsp:cNvSpPr/>
      </dsp:nvSpPr>
      <dsp:spPr>
        <a:xfrm>
          <a:off x="3892341" y="1213698"/>
          <a:ext cx="567839" cy="1817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</a:t>
          </a:r>
          <a:endParaRPr lang="en-GB" sz="1200" b="1" kern="1200" dirty="0"/>
        </a:p>
      </dsp:txBody>
      <dsp:txXfrm>
        <a:off x="3892341" y="1213698"/>
        <a:ext cx="567839" cy="181708"/>
      </dsp:txXfrm>
    </dsp:sp>
    <dsp:sp modelId="{D1EF8209-F02F-4712-BC11-98B30C22207B}">
      <dsp:nvSpPr>
        <dsp:cNvPr id="0" name=""/>
        <dsp:cNvSpPr/>
      </dsp:nvSpPr>
      <dsp:spPr>
        <a:xfrm>
          <a:off x="3293871" y="1827118"/>
          <a:ext cx="1488923" cy="2481987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6133B6-03E1-4441-831C-28E4D96205E8}">
      <dsp:nvSpPr>
        <dsp:cNvPr id="0" name=""/>
        <dsp:cNvSpPr/>
      </dsp:nvSpPr>
      <dsp:spPr>
        <a:xfrm>
          <a:off x="3293871" y="1827118"/>
          <a:ext cx="1488923" cy="2481987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31C13-0A21-405F-814D-E72BAC18E8A5}">
      <dsp:nvSpPr>
        <dsp:cNvPr id="0" name=""/>
        <dsp:cNvSpPr/>
      </dsp:nvSpPr>
      <dsp:spPr>
        <a:xfrm>
          <a:off x="2549409" y="2273875"/>
          <a:ext cx="2977847" cy="158847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Functions: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input 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model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deterministic 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probabilistic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VOI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Calibration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Validation</a:t>
          </a:r>
          <a:endParaRPr lang="en-GB" sz="1200" kern="1200" dirty="0"/>
        </a:p>
      </dsp:txBody>
      <dsp:txXfrm>
        <a:off x="2549409" y="2273875"/>
        <a:ext cx="2977847" cy="1588472"/>
      </dsp:txXfrm>
    </dsp:sp>
    <dsp:sp modelId="{1D7E5834-2AD8-4B55-99B4-6AE5C433C691}">
      <dsp:nvSpPr>
        <dsp:cNvPr id="0" name=""/>
        <dsp:cNvSpPr/>
      </dsp:nvSpPr>
      <dsp:spPr>
        <a:xfrm>
          <a:off x="6763293" y="1162593"/>
          <a:ext cx="487019" cy="414088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8DC43C-D777-49D9-9101-BC4B0BE4E71A}">
      <dsp:nvSpPr>
        <dsp:cNvPr id="0" name=""/>
        <dsp:cNvSpPr/>
      </dsp:nvSpPr>
      <dsp:spPr>
        <a:xfrm>
          <a:off x="6763293" y="1162593"/>
          <a:ext cx="487019" cy="414088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160185-82E9-409D-AE3F-D5874C3D05B5}">
      <dsp:nvSpPr>
        <dsp:cNvPr id="0" name=""/>
        <dsp:cNvSpPr/>
      </dsp:nvSpPr>
      <dsp:spPr>
        <a:xfrm>
          <a:off x="6519784" y="1237129"/>
          <a:ext cx="974038" cy="26501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Analysis </a:t>
          </a:r>
          <a:endParaRPr lang="en-GB" sz="1200" b="1" kern="1200" dirty="0"/>
        </a:p>
      </dsp:txBody>
      <dsp:txXfrm>
        <a:off x="6519784" y="1237129"/>
        <a:ext cx="974038" cy="265016"/>
      </dsp:txXfrm>
    </dsp:sp>
    <dsp:sp modelId="{A5567F86-35C8-475A-8856-42440235C09F}">
      <dsp:nvSpPr>
        <dsp:cNvPr id="0" name=""/>
        <dsp:cNvSpPr/>
      </dsp:nvSpPr>
      <dsp:spPr>
        <a:xfrm>
          <a:off x="6351263" y="2284329"/>
          <a:ext cx="1222371" cy="1816462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7B336-4E3D-4BAD-A0E6-01F9405C2760}">
      <dsp:nvSpPr>
        <dsp:cNvPr id="0" name=""/>
        <dsp:cNvSpPr/>
      </dsp:nvSpPr>
      <dsp:spPr>
        <a:xfrm>
          <a:off x="6351263" y="2284329"/>
          <a:ext cx="1222371" cy="1816462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DDAC1-25B8-407C-A58E-E2C1197FEF68}">
      <dsp:nvSpPr>
        <dsp:cNvPr id="0" name=""/>
        <dsp:cNvSpPr/>
      </dsp:nvSpPr>
      <dsp:spPr>
        <a:xfrm>
          <a:off x="5740077" y="2611293"/>
          <a:ext cx="2444742" cy="116253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Replicates the functions saved in  R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&amp;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“</a:t>
          </a:r>
          <a:r>
            <a:rPr lang="en-US" sz="1200" kern="1200" dirty="0" err="1"/>
            <a:t>master.R</a:t>
          </a:r>
          <a:r>
            <a:rPr lang="en-US" sz="1200" kern="1200" dirty="0"/>
            <a:t>” script runs the functions </a:t>
          </a:r>
          <a:endParaRPr lang="en-GB" sz="1200" kern="1200" dirty="0"/>
        </a:p>
      </dsp:txBody>
      <dsp:txXfrm>
        <a:off x="5740077" y="2611293"/>
        <a:ext cx="2444742" cy="1162535"/>
      </dsp:txXfrm>
    </dsp:sp>
    <dsp:sp modelId="{B4413BE7-ABF9-4C39-99D0-A8E824115AE0}">
      <dsp:nvSpPr>
        <dsp:cNvPr id="0" name=""/>
        <dsp:cNvSpPr/>
      </dsp:nvSpPr>
      <dsp:spPr>
        <a:xfrm>
          <a:off x="9603494" y="1162593"/>
          <a:ext cx="992038" cy="520521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9AF207-5C86-4432-A9C0-FAAF14259D0E}">
      <dsp:nvSpPr>
        <dsp:cNvPr id="0" name=""/>
        <dsp:cNvSpPr/>
      </dsp:nvSpPr>
      <dsp:spPr>
        <a:xfrm>
          <a:off x="9603494" y="1162593"/>
          <a:ext cx="992038" cy="520521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FE588-95B5-424F-A33E-BEE169C89464}">
      <dsp:nvSpPr>
        <dsp:cNvPr id="0" name=""/>
        <dsp:cNvSpPr/>
      </dsp:nvSpPr>
      <dsp:spPr>
        <a:xfrm>
          <a:off x="9107475" y="1256287"/>
          <a:ext cx="1984077" cy="33313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FF0000"/>
              </a:solidFill>
            </a:rPr>
            <a:t>Inactive folders  for now</a:t>
          </a:r>
          <a:endParaRPr lang="en-GB" sz="1200" kern="1200" dirty="0">
            <a:solidFill>
              <a:srgbClr val="FF0000"/>
            </a:solidFill>
          </a:endParaRPr>
        </a:p>
      </dsp:txBody>
      <dsp:txXfrm>
        <a:off x="9107475" y="1256287"/>
        <a:ext cx="1984077" cy="333133"/>
      </dsp:txXfrm>
    </dsp:sp>
    <dsp:sp modelId="{8DAA36F9-A9E1-4019-A47D-AEE6C1EE041B}">
      <dsp:nvSpPr>
        <dsp:cNvPr id="0" name=""/>
        <dsp:cNvSpPr/>
      </dsp:nvSpPr>
      <dsp:spPr>
        <a:xfrm>
          <a:off x="8490381" y="1802361"/>
          <a:ext cx="283919" cy="283919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C7E528-375C-4BF9-A199-604F255616DA}">
      <dsp:nvSpPr>
        <dsp:cNvPr id="0" name=""/>
        <dsp:cNvSpPr/>
      </dsp:nvSpPr>
      <dsp:spPr>
        <a:xfrm>
          <a:off x="8490381" y="1802361"/>
          <a:ext cx="283919" cy="283919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200F1F-45D1-4C00-AB00-724DD92B1F26}">
      <dsp:nvSpPr>
        <dsp:cNvPr id="0" name=""/>
        <dsp:cNvSpPr/>
      </dsp:nvSpPr>
      <dsp:spPr>
        <a:xfrm>
          <a:off x="8348421" y="1853466"/>
          <a:ext cx="567839" cy="1817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</a:t>
          </a:r>
          <a:endParaRPr lang="en-GB" sz="1200" kern="1200" dirty="0"/>
        </a:p>
      </dsp:txBody>
      <dsp:txXfrm>
        <a:off x="8348421" y="1853466"/>
        <a:ext cx="567839" cy="181708"/>
      </dsp:txXfrm>
    </dsp:sp>
    <dsp:sp modelId="{AF8A06A3-A906-4045-AB34-798A5A164736}">
      <dsp:nvSpPr>
        <dsp:cNvPr id="0" name=""/>
        <dsp:cNvSpPr/>
      </dsp:nvSpPr>
      <dsp:spPr>
        <a:xfrm>
          <a:off x="9177467" y="1802361"/>
          <a:ext cx="283919" cy="283919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C4D22F-630E-4D4B-8E5F-7AB785E3AA1C}">
      <dsp:nvSpPr>
        <dsp:cNvPr id="0" name=""/>
        <dsp:cNvSpPr/>
      </dsp:nvSpPr>
      <dsp:spPr>
        <a:xfrm>
          <a:off x="9177467" y="1802361"/>
          <a:ext cx="283919" cy="283919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EE385F-12DD-43F4-B5AB-A6F4A12D11DD}">
      <dsp:nvSpPr>
        <dsp:cNvPr id="0" name=""/>
        <dsp:cNvSpPr/>
      </dsp:nvSpPr>
      <dsp:spPr>
        <a:xfrm>
          <a:off x="9035507" y="1853466"/>
          <a:ext cx="567839" cy="1817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Figs</a:t>
          </a:r>
          <a:endParaRPr lang="en-GB" sz="1200" kern="1200" dirty="0"/>
        </a:p>
      </dsp:txBody>
      <dsp:txXfrm>
        <a:off x="9035507" y="1853466"/>
        <a:ext cx="567839" cy="181708"/>
      </dsp:txXfrm>
    </dsp:sp>
    <dsp:sp modelId="{EA3F336D-BB44-4477-A226-1AB1F58B80B9}">
      <dsp:nvSpPr>
        <dsp:cNvPr id="0" name=""/>
        <dsp:cNvSpPr/>
      </dsp:nvSpPr>
      <dsp:spPr>
        <a:xfrm>
          <a:off x="9864553" y="1802361"/>
          <a:ext cx="283919" cy="283919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4E908C-6EAE-446F-9859-6B655649EA7E}">
      <dsp:nvSpPr>
        <dsp:cNvPr id="0" name=""/>
        <dsp:cNvSpPr/>
      </dsp:nvSpPr>
      <dsp:spPr>
        <a:xfrm>
          <a:off x="9864553" y="1802361"/>
          <a:ext cx="283919" cy="283919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ED7EC7-3CC9-450D-9D5C-C4BCAA13B1CA}">
      <dsp:nvSpPr>
        <dsp:cNvPr id="0" name=""/>
        <dsp:cNvSpPr/>
      </dsp:nvSpPr>
      <dsp:spPr>
        <a:xfrm>
          <a:off x="9722593" y="1853466"/>
          <a:ext cx="567839" cy="1817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Report</a:t>
          </a:r>
          <a:endParaRPr lang="en-GB" sz="1200" kern="1200" dirty="0"/>
        </a:p>
      </dsp:txBody>
      <dsp:txXfrm>
        <a:off x="9722593" y="1853466"/>
        <a:ext cx="567839" cy="181708"/>
      </dsp:txXfrm>
    </dsp:sp>
    <dsp:sp modelId="{39D20516-BFF5-4806-9770-BBBA5BFC6880}">
      <dsp:nvSpPr>
        <dsp:cNvPr id="0" name=""/>
        <dsp:cNvSpPr/>
      </dsp:nvSpPr>
      <dsp:spPr>
        <a:xfrm>
          <a:off x="10598139" y="1811558"/>
          <a:ext cx="376920" cy="261487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51F5EE-1D44-4EC9-999D-2DAF70E0AC95}">
      <dsp:nvSpPr>
        <dsp:cNvPr id="0" name=""/>
        <dsp:cNvSpPr/>
      </dsp:nvSpPr>
      <dsp:spPr>
        <a:xfrm>
          <a:off x="10598139" y="1811558"/>
          <a:ext cx="376920" cy="261487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BD8AAF-4C57-4B10-9930-5CEDAE875849}">
      <dsp:nvSpPr>
        <dsp:cNvPr id="0" name=""/>
        <dsp:cNvSpPr/>
      </dsp:nvSpPr>
      <dsp:spPr>
        <a:xfrm>
          <a:off x="10409679" y="1858626"/>
          <a:ext cx="753841" cy="1673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Vignettes</a:t>
          </a:r>
          <a:endParaRPr lang="en-GB" sz="1200" kern="1200" dirty="0"/>
        </a:p>
      </dsp:txBody>
      <dsp:txXfrm>
        <a:off x="10409679" y="1858626"/>
        <a:ext cx="753841" cy="167351"/>
      </dsp:txXfrm>
    </dsp:sp>
    <dsp:sp modelId="{C4D679AC-5D4C-4728-91E7-74FD1F509D10}">
      <dsp:nvSpPr>
        <dsp:cNvPr id="0" name=""/>
        <dsp:cNvSpPr/>
      </dsp:nvSpPr>
      <dsp:spPr>
        <a:xfrm>
          <a:off x="11424726" y="1802361"/>
          <a:ext cx="283919" cy="283919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F2D56-A5BC-4D63-86F6-66B46C369232}">
      <dsp:nvSpPr>
        <dsp:cNvPr id="0" name=""/>
        <dsp:cNvSpPr/>
      </dsp:nvSpPr>
      <dsp:spPr>
        <a:xfrm>
          <a:off x="11424726" y="1802361"/>
          <a:ext cx="283919" cy="283919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AEBD0D-2DF0-4528-BD01-BA43BE5EC139}">
      <dsp:nvSpPr>
        <dsp:cNvPr id="0" name=""/>
        <dsp:cNvSpPr/>
      </dsp:nvSpPr>
      <dsp:spPr>
        <a:xfrm>
          <a:off x="11282766" y="1853466"/>
          <a:ext cx="567839" cy="1817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tests</a:t>
          </a:r>
          <a:endParaRPr lang="en-GB" sz="1200" kern="1200" dirty="0"/>
        </a:p>
      </dsp:txBody>
      <dsp:txXfrm>
        <a:off x="11282766" y="1853466"/>
        <a:ext cx="567839" cy="181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BC85-5981-2543-7A50-FB7643378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9B167-C407-556E-9470-F9224A001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C2D6F-C177-267D-76E9-8A898CA9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E5DD8-6E83-D930-6842-3363BA6B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146E-9D43-3EA7-691E-B9584A82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3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05C1-F64D-4FAE-CAD3-408187E2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AA815-CCEB-35D6-9373-536402C6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F2F6C-D650-99F0-B21A-77DBD6B6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6B230-D41C-13F0-2030-07341A64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D1888-93E5-DB08-3614-4D690CB4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62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D7D7-BC8D-331E-FC54-69960D76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10B50-A3CF-466B-D604-88E7661EB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65C08-25B3-9C81-96FB-48B7D46C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B604-6028-8A96-D247-CEA039A6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C0CD5-9046-C673-11CE-243E8FEB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10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33E9-61C0-A93E-1DDC-69AA6ED6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D963D-7281-1A18-DF69-76A40FB11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E005F-BDDA-BBE6-B0DE-C1A0122C3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ED382-B5D2-E91A-9BBE-E23A5893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54036-AEA9-9402-EBC5-D0AAA8A7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8E360-AAF1-22B2-16D3-DF4B818F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35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D2C3-D31D-D25B-6E7E-971D6805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99A28-875E-FF5C-3B86-0B2FA0D06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3613F-4F4F-E181-EE9A-F935F8772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1EF27-E013-FE8C-C146-71BB39AFC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6CF1A-5030-CF9B-F683-C2DDBE798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A2F93-0A9B-7F75-6259-E79A8D9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4DA20-6C72-0B9F-4FA1-FFDF6CCEE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6D90E-52D9-8D04-DB6F-CF9C4D8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57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183F-887C-793A-473E-8371DC89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B4033-FA1B-9CC9-54C2-379F7C80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340FF-9221-0AF8-835C-4D90A6FD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5F1D7-DFEA-FBCD-C068-195E35B0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014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CB744-E664-8FD6-D386-D9775A64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EAADD-5705-3CC1-360B-A2F183F38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CA3C8-8C6F-827B-A43D-82B07820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92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DFB2-58F7-2FA5-3BEE-DE268A6D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E582B-A6C7-9DA3-CB8C-9043E5C40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CFBE1-9982-F47C-B558-AE5876AEE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F425A-4053-44F1-5272-B89B56E5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4C53-5CD0-ABFD-ED99-34AD41DB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69BAA-F16B-5BC0-BE06-806AE2644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47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7CE9-BDB7-B70D-920E-8860ADE8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52197-0DCC-BB59-B693-32C6486FB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AE0BC-A2BE-724A-9AF4-67C20D1E1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4AA6E-B7A3-5675-6CFE-1C3E520C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BF6D4-031A-E68A-F35A-6BC93554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B7587-8070-07B7-18D3-3F888A9F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414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6A26-591D-F35F-909E-89949F41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B801F-705C-A71B-92F5-78D060D83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1A8DC-2D8D-0FF0-9283-94E469EC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45D8-1DC4-0525-36B2-4DB2AE17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26159-5C5D-EDCD-AA07-2C992BEC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21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04E6CC-81D0-7EA7-EFDE-F7A897230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C2B34-DEBB-AEDE-9309-3BBFB4B39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AA974-9D6B-E8B5-B7FE-975FF859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83640-5586-5B69-F002-CCDDF44E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0E0C-771C-AF6E-8E13-77A83428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2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D059B7-3C34-322C-9287-065685D9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3E995-4CBA-D91D-BC41-FDFF3AAF1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BC76F-94F4-02EB-F264-32F24AD89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9ECE0-7E04-469A-8927-35E30D37E6AA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139E-DED5-8CCC-C969-6A177AAA8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4940C-7E8A-5DE9-0A90-D0973D6F7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334AF-325F-4EE5-A77B-3CC1CFFA6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6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7848-DB06-131F-7592-D7044DD96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MS-MTA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D2162-630F-138E-1BF3-863D9E8BC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 Model R Project guide</a:t>
            </a:r>
          </a:p>
          <a:p>
            <a:r>
              <a:rPr lang="en-US" dirty="0"/>
              <a:t>File structure &amp; contents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413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E016-0EDC-3067-13F3-29DCA4C8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Structure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0B4EAE-E4D8-B965-732C-E31535FA2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378148"/>
              </p:ext>
            </p:extLst>
          </p:nvPr>
        </p:nvGraphicFramePr>
        <p:xfrm>
          <a:off x="106878" y="1282535"/>
          <a:ext cx="11851574" cy="5210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668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447D-4470-52CA-5E34-053AF1D1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Raw-data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64F7F-7188-E0C1-A73B-3163F77E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2569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Natural History</a:t>
            </a:r>
          </a:p>
          <a:p>
            <a:r>
              <a:rPr lang="en-US" dirty="0" err="1"/>
              <a:t>natural_history.R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Mortality</a:t>
            </a:r>
          </a:p>
          <a:p>
            <a:r>
              <a:rPr lang="en-US" dirty="0" err="1"/>
              <a:t>all_cause_mortality.R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Baseline</a:t>
            </a:r>
          </a:p>
          <a:p>
            <a:r>
              <a:rPr lang="en-US" dirty="0" err="1"/>
              <a:t>baseline_severity.R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Treatment Effects</a:t>
            </a:r>
          </a:p>
          <a:p>
            <a:r>
              <a:rPr lang="en-US" dirty="0" err="1"/>
              <a:t>init_params.R</a:t>
            </a:r>
            <a:endParaRPr lang="en-US" dirty="0"/>
          </a:p>
          <a:p>
            <a:r>
              <a:rPr lang="en-US" dirty="0" err="1"/>
              <a:t>adverse_events_probabilities.R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Utilities</a:t>
            </a:r>
          </a:p>
          <a:p>
            <a:r>
              <a:rPr lang="en-US" dirty="0" err="1"/>
              <a:t>utilities.R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Costs</a:t>
            </a:r>
          </a:p>
          <a:p>
            <a:r>
              <a:rPr lang="en-US" dirty="0" err="1"/>
              <a:t>costs.R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281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C186-3F85-ABD1-F003-EE726181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34A35-DE82-5080-222C-FB96FA7AD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875"/>
            <a:ext cx="5257800" cy="47385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Natural History</a:t>
            </a:r>
          </a:p>
          <a:p>
            <a:r>
              <a:rPr lang="en-US" dirty="0"/>
              <a:t>df_nh_rrms_bc_ta616.rds</a:t>
            </a:r>
          </a:p>
          <a:p>
            <a:pPr marL="0" indent="0">
              <a:buNone/>
            </a:pPr>
            <a:r>
              <a:rPr lang="en-US" b="1" dirty="0"/>
              <a:t>Mortality</a:t>
            </a:r>
          </a:p>
          <a:p>
            <a:r>
              <a:rPr lang="en-US" dirty="0" err="1"/>
              <a:t>df_all_cause_mortality.rds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Baseline</a:t>
            </a:r>
          </a:p>
          <a:p>
            <a:r>
              <a:rPr lang="en-US" dirty="0" err="1"/>
              <a:t>df_baseline_severity.rds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Treatment Effects</a:t>
            </a:r>
            <a:endParaRPr lang="en-US" dirty="0"/>
          </a:p>
          <a:p>
            <a:r>
              <a:rPr lang="en-US" dirty="0" err="1"/>
              <a:t>df_init_params.rds</a:t>
            </a:r>
            <a:endParaRPr lang="en-US" dirty="0"/>
          </a:p>
          <a:p>
            <a:r>
              <a:rPr lang="en-US" dirty="0" err="1"/>
              <a:t>df_relapse.rds</a:t>
            </a:r>
            <a:endParaRPr lang="en-US" dirty="0"/>
          </a:p>
          <a:p>
            <a:r>
              <a:rPr lang="en-US" dirty="0"/>
              <a:t>df_adverse_events_probabilities_ta616.rds</a:t>
            </a:r>
          </a:p>
          <a:p>
            <a:r>
              <a:rPr lang="en-US" dirty="0" err="1"/>
              <a:t>df_duration_relapse.rds</a:t>
            </a:r>
            <a:endParaRPr lang="en-US" dirty="0"/>
          </a:p>
          <a:p>
            <a:r>
              <a:rPr lang="en-US" dirty="0"/>
              <a:t>df_trt_discont_ta616.rds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B5037C-34A6-0F53-81AB-69A3C753AC4C}"/>
              </a:ext>
            </a:extLst>
          </p:cNvPr>
          <p:cNvSpPr txBox="1">
            <a:spLocks/>
          </p:cNvSpPr>
          <p:nvPr/>
        </p:nvSpPr>
        <p:spPr>
          <a:xfrm>
            <a:off x="6001981" y="1801875"/>
            <a:ext cx="5707088" cy="47385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Utilities</a:t>
            </a:r>
          </a:p>
          <a:p>
            <a:r>
              <a:rPr lang="en-US" dirty="0"/>
              <a:t>df_u_adverse_events_ta616.rds</a:t>
            </a:r>
          </a:p>
          <a:p>
            <a:r>
              <a:rPr lang="en-US" dirty="0" err="1"/>
              <a:t>df_u_relapse.rds</a:t>
            </a:r>
            <a:endParaRPr lang="en-US" dirty="0"/>
          </a:p>
          <a:p>
            <a:r>
              <a:rPr lang="en-US" dirty="0"/>
              <a:t>df_u_edss_ta616</a:t>
            </a:r>
          </a:p>
          <a:p>
            <a:r>
              <a:rPr lang="en-US" dirty="0"/>
              <a:t>df_u_carer_ta616</a:t>
            </a:r>
          </a:p>
          <a:p>
            <a:pPr marL="0" indent="0">
              <a:buNone/>
            </a:pPr>
            <a:r>
              <a:rPr lang="en-US" b="1" dirty="0"/>
              <a:t>Costs</a:t>
            </a:r>
          </a:p>
          <a:p>
            <a:r>
              <a:rPr lang="en-US" dirty="0"/>
              <a:t>df_c_monitoring_.</a:t>
            </a:r>
            <a:r>
              <a:rPr lang="en-US" dirty="0" err="1"/>
              <a:t>rds</a:t>
            </a:r>
            <a:endParaRPr lang="en-US" dirty="0"/>
          </a:p>
          <a:p>
            <a:r>
              <a:rPr lang="en-US" dirty="0"/>
              <a:t>df_c_relapse_ta616.rds</a:t>
            </a:r>
          </a:p>
          <a:p>
            <a:r>
              <a:rPr lang="en-US" dirty="0" err="1"/>
              <a:t>df_c_relapse.rds</a:t>
            </a:r>
            <a:endParaRPr lang="en-US" dirty="0"/>
          </a:p>
          <a:p>
            <a:r>
              <a:rPr lang="en-US" dirty="0"/>
              <a:t>df_c_direct_edss_ta616.rds</a:t>
            </a:r>
          </a:p>
          <a:p>
            <a:r>
              <a:rPr lang="pl-PL" dirty="0"/>
              <a:t>df_c_drugs_ta616.rds</a:t>
            </a:r>
            <a:endParaRPr lang="en-US" dirty="0"/>
          </a:p>
          <a:p>
            <a:r>
              <a:rPr lang="fr-FR" dirty="0"/>
              <a:t>df_c_disutilities_ta616.rds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54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C905-CD2A-2D3A-7C88-35FD89BD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90EE4-5923-5A26-C4D1-AA76886CE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65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3993-17D8-DCBD-BC15-2E8D58F9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File folder structure for organizing model and analysis files used in the proposed DARTH coding framework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D901E1-DA5F-2417-9227-3E4D94925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816" y="1829036"/>
            <a:ext cx="8469833" cy="5028964"/>
          </a:xfrm>
        </p:spPr>
      </p:pic>
    </p:spTree>
    <p:extLst>
      <p:ext uri="{BB962C8B-B14F-4D97-AF65-F5344CB8AC3E}">
        <p14:creationId xmlns:p14="http://schemas.microsoft.com/office/powerpoint/2010/main" val="333868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EE14F-62B6-E4C9-978F-6E94424C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and variable naming conventions in the proposed DARTH coding framework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BD1D5D-F725-8619-C1A9-561E2DD95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1122"/>
            <a:ext cx="10515600" cy="4180344"/>
          </a:xfrm>
        </p:spPr>
      </p:pic>
    </p:spTree>
    <p:extLst>
      <p:ext uri="{BB962C8B-B14F-4D97-AF65-F5344CB8AC3E}">
        <p14:creationId xmlns:p14="http://schemas.microsoft.com/office/powerpoint/2010/main" val="326108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DF21-6CB8-460C-B5C9-C4E241207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prefixes in variable names that encode data and variable type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2F643D-86CE-629F-FE86-D77AE5730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18798"/>
            <a:ext cx="10515600" cy="3364992"/>
          </a:xfrm>
        </p:spPr>
      </p:pic>
    </p:spTree>
    <p:extLst>
      <p:ext uri="{BB962C8B-B14F-4D97-AF65-F5344CB8AC3E}">
        <p14:creationId xmlns:p14="http://schemas.microsoft.com/office/powerpoint/2010/main" val="1677158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ACC9-9139-EDDF-B977-AA9612CD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EB8D-51AF-5BCA-CCB0-856B8AF55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Alarid</a:t>
            </a:r>
            <a:r>
              <a:rPr lang="en-GB" dirty="0"/>
              <a:t>-Escudero, F., </a:t>
            </a:r>
            <a:r>
              <a:rPr lang="en-GB" dirty="0" err="1"/>
              <a:t>Krijkamp</a:t>
            </a:r>
            <a:r>
              <a:rPr lang="en-GB" dirty="0"/>
              <a:t>, E.M., </a:t>
            </a:r>
            <a:r>
              <a:rPr lang="en-GB" dirty="0" err="1"/>
              <a:t>Pechlivanoglou</a:t>
            </a:r>
            <a:r>
              <a:rPr lang="en-GB" dirty="0"/>
              <a:t>, P. et al. A Need for Change! A Coding Framework for Improving Transparency in Decision </a:t>
            </a:r>
            <a:r>
              <a:rPr lang="en-GB" dirty="0" err="1"/>
              <a:t>Modeling</a:t>
            </a:r>
            <a:r>
              <a:rPr lang="en-GB" dirty="0"/>
              <a:t>. </a:t>
            </a:r>
            <a:r>
              <a:rPr lang="en-GB" dirty="0" err="1"/>
              <a:t>PharmacoEconomics</a:t>
            </a:r>
            <a:r>
              <a:rPr lang="en-GB" dirty="0"/>
              <a:t> 37, 1329–1339 (2019). https://doi.org/10.1007/s40273-019-00837-x</a:t>
            </a:r>
          </a:p>
        </p:txBody>
      </p:sp>
    </p:spTree>
    <p:extLst>
      <p:ext uri="{BB962C8B-B14F-4D97-AF65-F5344CB8AC3E}">
        <p14:creationId xmlns:p14="http://schemas.microsoft.com/office/powerpoint/2010/main" val="15067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E3D2A8E3060445845CB33F649944D9" ma:contentTypeVersion="12" ma:contentTypeDescription="Create a new document." ma:contentTypeScope="" ma:versionID="7c8efc5d897a5a54c153d61be50fc1e0">
  <xsd:schema xmlns:xsd="http://www.w3.org/2001/XMLSchema" xmlns:xs="http://www.w3.org/2001/XMLSchema" xmlns:p="http://schemas.microsoft.com/office/2006/metadata/properties" xmlns:ns2="a4e98822-f433-4c96-8830-5cb2d7491f7d" xmlns:ns3="adc125f1-7df9-46f4-a9a7-022dd426a2bb" targetNamespace="http://schemas.microsoft.com/office/2006/metadata/properties" ma:root="true" ma:fieldsID="7c927ce20f93a00fedc297caf603d12c" ns2:_="" ns3:_="">
    <xsd:import namespace="a4e98822-f433-4c96-8830-5cb2d7491f7d"/>
    <xsd:import namespace="adc125f1-7df9-46f4-a9a7-022dd426a2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e98822-f433-4c96-8830-5cb2d7491f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125f1-7df9-46f4-a9a7-022dd426a2b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4e98822-f433-4c96-8830-5cb2d7491f7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13E222-2375-42C6-BE16-238BCB01EE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e98822-f433-4c96-8830-5cb2d7491f7d"/>
    <ds:schemaRef ds:uri="adc125f1-7df9-46f4-a9a7-022dd426a2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B68755-2212-408D-94A9-2FD4441F68F3}">
  <ds:schemaRefs>
    <ds:schemaRef ds:uri="http://schemas.microsoft.com/office/2006/metadata/properties"/>
    <ds:schemaRef ds:uri="http://schemas.microsoft.com/office/infopath/2007/PartnerControls"/>
    <ds:schemaRef ds:uri="a4e98822-f433-4c96-8830-5cb2d7491f7d"/>
  </ds:schemaRefs>
</ds:datastoreItem>
</file>

<file path=customXml/itemProps3.xml><?xml version="1.0" encoding="utf-8"?>
<ds:datastoreItem xmlns:ds="http://schemas.openxmlformats.org/officeDocument/2006/customXml" ds:itemID="{EF7D71B8-A0A0-4AAA-A290-E2ABB53599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MS-MTA</vt:lpstr>
      <vt:lpstr>File Structure</vt:lpstr>
      <vt:lpstr>Raw-data</vt:lpstr>
      <vt:lpstr>Data</vt:lpstr>
      <vt:lpstr>R</vt:lpstr>
      <vt:lpstr>File folder structure for organizing model and analysis files used in the proposed DARTH coding framework</vt:lpstr>
      <vt:lpstr>File and variable naming conventions in the proposed DARTH coding framework</vt:lpstr>
      <vt:lpstr>Recommended prefixes in variable names that encode data and variable type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MS-MTA</dc:title>
  <dc:creator>Ayman Sadek</dc:creator>
  <cp:lastModifiedBy>Ayman Sadek</cp:lastModifiedBy>
  <cp:revision>2</cp:revision>
  <dcterms:created xsi:type="dcterms:W3CDTF">2024-05-16T15:22:32Z</dcterms:created>
  <dcterms:modified xsi:type="dcterms:W3CDTF">2024-05-23T14:05:00Z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0x010100ACE3D2A8E3060445845CB33F649944D9</vt:lpwstr>
  </property>
  <property fmtid="{D5CDD505-2E9C-101B-9397-08002B2CF9AE}" pid="3" name="MediaServiceImageTags">
    <vt:lpwstr/>
  </property>
</Properties>
</file>