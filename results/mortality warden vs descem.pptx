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1570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8CB9A8-177D-4FDB-AD18-A9F64B2585A2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4FC26-A860-4FF5-B771-775AF3BB46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109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4FC26-A860-4FF5-B771-775AF3BB46C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933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1386D-041F-5C26-3285-6F6398668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AE77D-2F8D-3AB8-6847-785EB3969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DC5D3-18C1-4092-E7B6-3F05E3473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31C88-9E04-3D4F-0A4E-2E60D5245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4FC26-A860-4FF5-B771-775AF3BB46C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263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B618C-E482-9326-FD15-F41E76562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54D78-7DAB-9679-3C7B-813F85B24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2EBE4-26BB-882B-B5C1-73BB29E4A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15BD-9546-4781-9B2C-817BE6510828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5BAD8-8C6A-BD1B-92CC-5AE16FA2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FA882-5E1F-7A3B-D769-C92C2B5B8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4C21-0100-46D0-98FF-4D44661DC4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7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E6B8-A1FE-789D-5D5E-5D40A395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AFCC4-F6A0-A967-13D4-1ACE07D6B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0C339-08D8-FED2-F192-C8FFA0B8E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15BD-9546-4781-9B2C-817BE6510828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913E7-189A-91AF-418C-E4E8AB5C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16462-D051-9A8E-682F-B80B64F82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4C21-0100-46D0-98FF-4D44661DC4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964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5B53-C405-F380-4A7B-C1B8268B7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662F0-14C4-E0F1-3504-7DED8B36D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6348C-1910-2126-4D58-5C5E78A5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15BD-9546-4781-9B2C-817BE6510828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75A52-1D31-2C18-6812-2523E605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AB198-545F-86A0-110C-C8D3C29F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4C21-0100-46D0-98FF-4D44661DC4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308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D2643-CE91-174B-9013-3F64A382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93643-7D0B-A76F-0421-A3494B7F94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904F5-0747-622E-285C-8913F202B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83C59-FB94-EEF8-2CA4-B2F63EC2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15BD-9546-4781-9B2C-817BE6510828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9C9C7-C2BA-54C8-0FCE-B84E0173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60D82-0EE8-DDE6-0EF5-0610800F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4C21-0100-46D0-98FF-4D44661DC4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08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E1A2-828E-8F04-48BE-AFA7F918B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8F2C1-343E-372F-927D-D4ABC32E7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3A0F6-7136-1B73-C324-378D7368E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42246D-01F1-2466-3327-28ED9AA23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6A0782-40D9-D9AE-6D2A-80FF18242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F114E9-DD64-C6E9-2E18-704A1E718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15BD-9546-4781-9B2C-817BE6510828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79557-EDB4-DF85-48FB-80E04BA9A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32EC17-896F-F031-E7D4-654EE41DC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4C21-0100-46D0-98FF-4D44661DC4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684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E101-9149-C626-8EB4-BB53E7C6E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0AFB1-3789-1298-AF68-19FA566FD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15BD-9546-4781-9B2C-817BE6510828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C675EB-BEB9-C031-1CBF-DB4750076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A317C-8B81-E817-87F7-89882B824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4C21-0100-46D0-98FF-4D44661DC4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44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30C5E-E8BE-1494-E132-A6405EAE6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15BD-9546-4781-9B2C-817BE6510828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F25B3-D8F2-5F93-8EB8-E6670DB30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2C9B8-71BF-7640-7C4C-157EC7BA5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4C21-0100-46D0-98FF-4D44661DC4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222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6B4BC-532F-1152-9901-C23B2C513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D013B-A727-BEDB-E674-1DAF470B5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F92B9-5322-D1A8-4639-51669DFFF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7D76A-FE1C-F0C3-63D3-37F210DE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15BD-9546-4781-9B2C-817BE6510828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2B5B8-6E06-E088-7F3B-BB9E195F5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37E74-F5A8-38BC-21BC-D8E7B83A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4C21-0100-46D0-98FF-4D44661DC4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47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CD00-84C9-116E-E773-EAC6D63B5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76BE3B-4F0B-BBCD-BA06-6E0BC9A54D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07C42-18BF-41DE-97C7-CAE3C0DC7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C637D-4E2F-1EBB-F7E4-781E15D90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15BD-9546-4781-9B2C-817BE6510828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0BE2A-59A6-ABEC-6D25-103360663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431F1-537E-92FD-D855-434F5475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4C21-0100-46D0-98FF-4D44661DC4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03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6862-C069-A1C7-759C-F8674FE8F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F8962-86D8-E833-F169-FA6086B36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4D4A3-B2D2-F99B-52D1-B2563BF2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15BD-9546-4781-9B2C-817BE6510828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04784-298D-D787-E72D-3995F88D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87A18-686F-D2D0-8CF3-9C09C00C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4C21-0100-46D0-98FF-4D44661DC4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65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D65C49-16B5-49F0-B1BD-A86464BEC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2DD80-550E-23E3-DE9A-45E0D8B3D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9A19D-BE00-AB57-944A-4D3469EC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15BD-9546-4781-9B2C-817BE6510828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C2D55-9ED9-EA18-E58D-3F699F13D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ABC92-82FE-9F0E-D4B9-D733EFB8B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4C21-0100-46D0-98FF-4D44661DC4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54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9DCF6D-FC36-E075-82E9-94DA43B05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F6FFF-9CAF-FA9C-B1F0-5714AE6B8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A5BF7-E26D-6652-A80D-00AE23B4A0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D15BD-9546-4781-9B2C-817BE6510828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E0B3B-FBEB-44BA-18E4-450059C284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204B6-655A-03E3-4005-6091EFEA2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C4C21-0100-46D0-98FF-4D44661DC4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28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27B8-5EC2-19BE-454B-80E668A028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EC415-9E55-6F16-ADC1-912FB110BD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59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F385-08A8-2350-E17E-F840F52DC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" y="0"/>
            <a:ext cx="11286067" cy="321733"/>
          </a:xfrm>
        </p:spPr>
        <p:txBody>
          <a:bodyPr>
            <a:normAutofit/>
          </a:bodyPr>
          <a:lstStyle/>
          <a:p>
            <a:r>
              <a:rPr lang="en-GB" sz="1200" b="1" dirty="0"/>
              <a:t>WARDEN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1CB156-55A7-AE5F-CB0F-A180E77BCEE3}"/>
              </a:ext>
            </a:extLst>
          </p:cNvPr>
          <p:cNvGrpSpPr/>
          <p:nvPr/>
        </p:nvGrpSpPr>
        <p:grpSpPr>
          <a:xfrm>
            <a:off x="0" y="420508"/>
            <a:ext cx="12192000" cy="6016983"/>
            <a:chOff x="0" y="420508"/>
            <a:chExt cx="12192000" cy="601698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E92616-90FD-0B5D-DEC4-F2B694A5D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9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20508"/>
              <a:ext cx="12192000" cy="601698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EC75C0-0476-B68A-7451-85ED4C198DC9}"/>
                </a:ext>
              </a:extLst>
            </p:cNvPr>
            <p:cNvSpPr/>
            <p:nvPr/>
          </p:nvSpPr>
          <p:spPr>
            <a:xfrm>
              <a:off x="433754" y="3006969"/>
              <a:ext cx="7403123" cy="2403231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79620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B12D-F51A-DC77-E417-21FF34D4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B4794F-7738-F3F1-BBA0-82D152B0E34C}"/>
              </a:ext>
            </a:extLst>
          </p:cNvPr>
          <p:cNvGrpSpPr/>
          <p:nvPr/>
        </p:nvGrpSpPr>
        <p:grpSpPr>
          <a:xfrm>
            <a:off x="0" y="298428"/>
            <a:ext cx="12192000" cy="6434138"/>
            <a:chOff x="0" y="298428"/>
            <a:chExt cx="12192000" cy="64341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9DB300-8E42-7B9C-2887-03D20C438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98428"/>
              <a:ext cx="12192000" cy="643413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3A85D9-DD5C-CDB5-9E3E-980B63DEF6CE}"/>
                </a:ext>
              </a:extLst>
            </p:cNvPr>
            <p:cNvSpPr/>
            <p:nvPr/>
          </p:nvSpPr>
          <p:spPr>
            <a:xfrm>
              <a:off x="363415" y="3212123"/>
              <a:ext cx="7948247" cy="26845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CD025995-FC1E-0A00-6BFF-87EA6FF0F521}"/>
              </a:ext>
            </a:extLst>
          </p:cNvPr>
          <p:cNvSpPr txBox="1">
            <a:spLocks/>
          </p:cNvSpPr>
          <p:nvPr/>
        </p:nvSpPr>
        <p:spPr>
          <a:xfrm>
            <a:off x="67733" y="0"/>
            <a:ext cx="11286067" cy="321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dirty="0"/>
              <a:t>DESCEM</a:t>
            </a:r>
          </a:p>
        </p:txBody>
      </p:sp>
    </p:spTree>
    <p:extLst>
      <p:ext uri="{BB962C8B-B14F-4D97-AF65-F5344CB8AC3E}">
        <p14:creationId xmlns:p14="http://schemas.microsoft.com/office/powerpoint/2010/main" val="89397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E66A0-349A-D22D-E470-3996531B4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C02B9C59-4E31-573A-A966-67AD612D69D5}"/>
              </a:ext>
            </a:extLst>
          </p:cNvPr>
          <p:cNvGrpSpPr/>
          <p:nvPr/>
        </p:nvGrpSpPr>
        <p:grpSpPr>
          <a:xfrm>
            <a:off x="-89880" y="-67736"/>
            <a:ext cx="12764480" cy="6800302"/>
            <a:chOff x="-89880" y="-67736"/>
            <a:chExt cx="12764480" cy="680030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91E142-0088-3D0A-90B0-2B0973A2165D}"/>
                </a:ext>
              </a:extLst>
            </p:cNvPr>
            <p:cNvGrpSpPr/>
            <p:nvPr/>
          </p:nvGrpSpPr>
          <p:grpSpPr>
            <a:xfrm>
              <a:off x="0" y="298428"/>
              <a:ext cx="12192000" cy="6434138"/>
              <a:chOff x="0" y="298428"/>
              <a:chExt cx="12192000" cy="6434138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C130F78-CE45-D953-6A26-0499C66E34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298428"/>
                <a:ext cx="12192000" cy="6434138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1A7073-B428-300A-A82C-589A30110587}"/>
                  </a:ext>
                </a:extLst>
              </p:cNvPr>
              <p:cNvSpPr/>
              <p:nvPr/>
            </p:nvSpPr>
            <p:spPr>
              <a:xfrm>
                <a:off x="363415" y="3212123"/>
                <a:ext cx="7948247" cy="2684585"/>
              </a:xfrm>
              <a:prstGeom prst="rect">
                <a:avLst/>
              </a:prstGeom>
              <a:noFill/>
              <a:ln w="381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3FD7DCF-BB12-A2D4-AB70-705884335845}"/>
                </a:ext>
              </a:extLst>
            </p:cNvPr>
            <p:cNvGrpSpPr/>
            <p:nvPr/>
          </p:nvGrpSpPr>
          <p:grpSpPr>
            <a:xfrm>
              <a:off x="-89880" y="567795"/>
              <a:ext cx="12764480" cy="5824537"/>
              <a:chOff x="0" y="647663"/>
              <a:chExt cx="12192000" cy="520317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9C0C7375-47B4-F678-B0A8-E861A7311D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5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776" b="9749"/>
              <a:stretch>
                <a:fillRect/>
              </a:stretch>
            </p:blipFill>
            <p:spPr>
              <a:xfrm>
                <a:off x="0" y="647663"/>
                <a:ext cx="12192000" cy="5203178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0521734-4DAE-B72F-1082-DEDF77169A2E}"/>
                  </a:ext>
                </a:extLst>
              </p:cNvPr>
              <p:cNvSpPr/>
              <p:nvPr/>
            </p:nvSpPr>
            <p:spPr>
              <a:xfrm>
                <a:off x="433754" y="3006969"/>
                <a:ext cx="7403123" cy="2403231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92817DB9-F595-3BB1-F21F-30EC88D16DC3}"/>
                </a:ext>
              </a:extLst>
            </p:cNvPr>
            <p:cNvSpPr txBox="1">
              <a:spLocks/>
            </p:cNvSpPr>
            <p:nvPr/>
          </p:nvSpPr>
          <p:spPr>
            <a:xfrm>
              <a:off x="67733" y="-67736"/>
              <a:ext cx="11286067" cy="32173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GB" sz="1200" b="1" dirty="0"/>
                <a:t>WARDEN vs DESCEM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0406F03-E7FF-3E2C-7597-BCED48ECC0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1600" y="880533"/>
              <a:ext cx="3200400" cy="76021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B74AC07-F060-E31A-A492-9DA588AFDB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57267" y="880533"/>
              <a:ext cx="194733" cy="3996267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16CA754-9EA3-E428-5CD1-F2628D3984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52033" y="880533"/>
              <a:ext cx="8199967" cy="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itle 1">
              <a:extLst>
                <a:ext uri="{FF2B5EF4-FFF2-40B4-BE49-F238E27FC236}">
                  <a16:creationId xmlns:a16="http://schemas.microsoft.com/office/drawing/2014/main" id="{C57E3A4A-17D5-8147-6226-87B9BF154CB5}"/>
                </a:ext>
              </a:extLst>
            </p:cNvPr>
            <p:cNvSpPr txBox="1">
              <a:spLocks/>
            </p:cNvSpPr>
            <p:nvPr/>
          </p:nvSpPr>
          <p:spPr>
            <a:xfrm>
              <a:off x="9457267" y="804332"/>
              <a:ext cx="1032933" cy="32173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GB" sz="1200" b="1" dirty="0">
                  <a:solidFill>
                    <a:schemeClr val="accent2">
                      <a:lumMod val="75000"/>
                    </a:schemeClr>
                  </a:solidFill>
                </a:rPr>
                <a:t>WARDEN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8932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801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</Words>
  <Application>Microsoft Office PowerPoint</Application>
  <PresentationFormat>Widescreen</PresentationFormat>
  <Paragraphs>6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WARDEN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Ayman Sadek</dc:creator>
  <cp:lastModifiedBy>Ayman Sadek</cp:lastModifiedBy>
  <cp:revision>1</cp:revision>
  <dcterms:created xsi:type="dcterms:W3CDTF">2026-09-22T15:44:26Z</dcterms:created>
  <dcterms:modified xsi:type="dcterms:W3CDTF">2026-09-22T16:21:17Z</dcterms:modified>
</cp:coreProperties>
</file>